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386280"/>
            <a:ext cx="9071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0CBFFEC-ABA3-40C5-93DF-5554F8C6C43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386280"/>
            <a:ext cx="9071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B9479AF-A197-4D03-A25D-F46DCE5541E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561600"/>
            <a:ext cx="907128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>
          <a:xfrm>
            <a:off x="3447360" y="5165280"/>
            <a:ext cx="319464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>
          <a:xfrm>
            <a:off x="722736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0DE4F59-A252-4232-B687-CCD468274181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>
          <a:xfrm>
            <a:off x="504000" y="5165280"/>
            <a:ext cx="2347920" cy="390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"/>
          <p:cNvPicPr/>
          <p:nvPr/>
        </p:nvPicPr>
        <p:blipFill>
          <a:blip r:embed="rId1"/>
          <a:stretch/>
        </p:blipFill>
        <p:spPr>
          <a:xfrm>
            <a:off x="-21240" y="0"/>
            <a:ext cx="10079280" cy="5669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25360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</a:pPr>
            <a:r>
              <a:rPr lang="en-US" sz="40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FlowCore Project</a:t>
            </a:r>
            <a:endParaRPr lang="en-US" sz="4000" b="0" i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 txBox="1"/>
          <p:nvPr/>
        </p:nvSpPr>
        <p:spPr>
          <a:xfrm>
            <a:off x="457200" y="3396600"/>
            <a:ext cx="9071280" cy="946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lang="en-US" sz="2000" b="0" i="1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Krallis Dimosthenis and Tagara Ioanna</a:t>
            </a:r>
            <a:endParaRPr lang="en-US" sz="2000" b="0" i="1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"/>
          <p:cNvPicPr/>
          <p:nvPr/>
        </p:nvPicPr>
        <p:blipFill>
          <a:blip r:embed="rId1"/>
          <a:stretch/>
        </p:blipFill>
        <p:spPr>
          <a:xfrm>
            <a:off x="-21960" y="0"/>
            <a:ext cx="10080360" cy="5670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504000" y="386280"/>
            <a:ext cx="9071280" cy="6253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53</TotalTime>
  <Application>LibreOffice/25.8.6.2$Linux_X86_64 LibreOffice_project/a46b460d1686bb49c718d2ef5f88b83ff2dc4981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2026-04-25T18:12:48Z</dcterms:created>
  <dc:creator/>
  <dc:description/>
  <dc:language>en-US</dc:language>
  <cp:lastModifiedBy/>
  <dcterms:modified xsi:type="dcterms:W3CDTF">2026-04-26T13:01:07Z</dcterms:modified>
  <cp:revision>7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