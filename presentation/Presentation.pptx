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presProps.xml" ContentType="application/vnd.openxmlformats-officedocument.presentationml.presProps+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blipFill rotWithShape="0">
          <a:blip r:embed="rId2"/>
          <a:stretch/>
        </a:blip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838080" y="1825560"/>
            <a:ext cx="1051452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4" name="PlaceHolder 3"/>
          <p:cNvSpPr>
            <a:spLocks noGrp="1"/>
          </p:cNvSpPr>
          <p:nvPr>
            <p:ph type="dt" idx="1"/>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 name="PlaceHolder 4"/>
          <p:cNvSpPr>
            <a:spLocks noGrp="1"/>
          </p:cNvSpPr>
          <p:nvPr>
            <p:ph type="ftr" idx="2"/>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6" name="PlaceHolder 5"/>
          <p:cNvSpPr>
            <a:spLocks noGrp="1"/>
          </p:cNvSpPr>
          <p:nvPr>
            <p:ph type="sldNum" idx="3"/>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0A242D0A-D750-4190-9A8D-3C6C38CFB6D9}"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blipFill rotWithShape="0">
          <a:blip r:embed="rId2"/>
          <a:stretch/>
        </a:blip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1960" y="1709640"/>
            <a:ext cx="10514520" cy="2851560"/>
          </a:xfrm>
          <a:prstGeom prst="rect">
            <a:avLst/>
          </a:prstGeom>
          <a:noFill/>
          <a:ln w="0">
            <a:noFill/>
          </a:ln>
        </p:spPr>
        <p:txBody>
          <a:bodyPr lIns="91440" rIns="91440" tIns="45720" bIns="45720" anchor="b">
            <a:noAutofit/>
          </a:bodyPr>
          <a:p>
            <a:pPr indent="0" defTabSz="914400">
              <a:lnSpc>
                <a:spcPct val="90000"/>
              </a:lnSpc>
              <a:buNone/>
              <a:tabLst>
                <a:tab algn="l" pos="0"/>
              </a:tabLst>
            </a:pPr>
            <a:r>
              <a:rPr lang="en-US" sz="6000" b="0" u="none" strike="noStrike">
                <a:solidFill>
                  <a:schemeClr val="dk1"/>
                </a:solidFill>
                <a:effectLst/>
                <a:uFillTx/>
                <a:latin typeface="Calibri Light"/>
              </a:rPr>
              <a:t>Click to edit Master title style</a:t>
            </a:r>
            <a:endParaRPr lang="en-US" sz="6000" b="0" u="none" strike="noStrike">
              <a:solidFill>
                <a:srgbClr val="000000"/>
              </a:solidFill>
              <a:effectLst/>
              <a:uFillTx/>
              <a:latin typeface="Arial"/>
            </a:endParaRPr>
          </a:p>
        </p:txBody>
      </p:sp>
      <p:sp>
        <p:nvSpPr>
          <p:cNvPr id="8" name="PlaceHolder 2"/>
          <p:cNvSpPr>
            <a:spLocks noGrp="1"/>
          </p:cNvSpPr>
          <p:nvPr>
            <p:ph type="body"/>
          </p:nvPr>
        </p:nvSpPr>
        <p:spPr>
          <a:xfrm>
            <a:off x="831960" y="4589640"/>
            <a:ext cx="10514520" cy="14990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lang="en-US" sz="2400" b="0" u="none" strike="noStrike">
                <a:solidFill>
                  <a:schemeClr val="dk1">
                    <a:tint val="75000"/>
                  </a:schemeClr>
                </a:solidFill>
                <a:effectLst/>
                <a:uFillTx/>
                <a:latin typeface="Calibri"/>
              </a:rPr>
              <a:t>Click to edit Master text styles</a:t>
            </a:r>
            <a:endParaRPr lang="en-US" sz="2400" b="0" u="none" strike="noStrike">
              <a:solidFill>
                <a:srgbClr val="000000"/>
              </a:solidFill>
              <a:effectLst/>
              <a:uFillTx/>
              <a:latin typeface="Arial"/>
            </a:endParaRPr>
          </a:p>
        </p:txBody>
      </p:sp>
      <p:sp>
        <p:nvSpPr>
          <p:cNvPr id="9" name="PlaceHolder 3"/>
          <p:cNvSpPr>
            <a:spLocks noGrp="1"/>
          </p:cNvSpPr>
          <p:nvPr>
            <p:ph type="dt" idx="4"/>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0" name="PlaceHolder 4"/>
          <p:cNvSpPr>
            <a:spLocks noGrp="1"/>
          </p:cNvSpPr>
          <p:nvPr>
            <p:ph type="ftr" idx="5"/>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1" name="PlaceHolder 5"/>
          <p:cNvSpPr>
            <a:spLocks noGrp="1"/>
          </p:cNvSpPr>
          <p:nvPr>
            <p:ph type="sldNum" idx="6"/>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FA72987C-1FB2-438C-95CB-75E3483AE4BA}"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blipFill rotWithShape="0">
          <a:blip r:embed="rId2"/>
          <a:stretch/>
        </a:blip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13" name="PlaceHolder 2"/>
          <p:cNvSpPr>
            <a:spLocks noGrp="1"/>
          </p:cNvSpPr>
          <p:nvPr>
            <p:ph type="body"/>
          </p:nvPr>
        </p:nvSpPr>
        <p:spPr>
          <a:xfrm>
            <a:off x="838080" y="1825560"/>
            <a:ext cx="518040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14" name="PlaceHolder 3"/>
          <p:cNvSpPr>
            <a:spLocks noGrp="1"/>
          </p:cNvSpPr>
          <p:nvPr>
            <p:ph type="body"/>
          </p:nvPr>
        </p:nvSpPr>
        <p:spPr>
          <a:xfrm>
            <a:off x="6172200" y="1825560"/>
            <a:ext cx="5180400" cy="4350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15" name="PlaceHolder 4"/>
          <p:cNvSpPr>
            <a:spLocks noGrp="1"/>
          </p:cNvSpPr>
          <p:nvPr>
            <p:ph type="dt" idx="7"/>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6" name="PlaceHolder 5"/>
          <p:cNvSpPr>
            <a:spLocks noGrp="1"/>
          </p:cNvSpPr>
          <p:nvPr>
            <p:ph type="ftr" idx="8"/>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7" name="PlaceHolder 6"/>
          <p:cNvSpPr>
            <a:spLocks noGrp="1"/>
          </p:cNvSpPr>
          <p:nvPr>
            <p:ph type="sldNum" idx="9"/>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FEB9999D-2434-412B-85A4-2ADE5CEF5DF8}"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blipFill rotWithShape="0">
          <a:blip r:embed="rId2"/>
          <a:stretch/>
        </a:blip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8398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19" name="PlaceHolder 2"/>
          <p:cNvSpPr>
            <a:spLocks noGrp="1"/>
          </p:cNvSpPr>
          <p:nvPr>
            <p:ph type="body"/>
          </p:nvPr>
        </p:nvSpPr>
        <p:spPr>
          <a:xfrm>
            <a:off x="839880" y="1681200"/>
            <a:ext cx="5156640" cy="82296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lang="en-US" sz="2400" b="1" u="none" strike="noStrike">
                <a:solidFill>
                  <a:schemeClr val="dk1"/>
                </a:solidFill>
                <a:effectLst/>
                <a:uFillTx/>
                <a:latin typeface="Calibri"/>
              </a:rPr>
              <a:t>Click to edit Master text styles</a:t>
            </a:r>
            <a:endParaRPr lang="en-US" sz="2400" b="0" u="none" strike="noStrike">
              <a:solidFill>
                <a:srgbClr val="000000"/>
              </a:solidFill>
              <a:effectLst/>
              <a:uFillTx/>
              <a:latin typeface="Arial"/>
            </a:endParaRPr>
          </a:p>
        </p:txBody>
      </p:sp>
      <p:sp>
        <p:nvSpPr>
          <p:cNvPr id="20" name="PlaceHolder 3"/>
          <p:cNvSpPr>
            <a:spLocks noGrp="1"/>
          </p:cNvSpPr>
          <p:nvPr>
            <p:ph type="body"/>
          </p:nvPr>
        </p:nvSpPr>
        <p:spPr>
          <a:xfrm>
            <a:off x="839880" y="2505240"/>
            <a:ext cx="5156640" cy="36835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21" name="PlaceHolder 4"/>
          <p:cNvSpPr>
            <a:spLocks noGrp="1"/>
          </p:cNvSpPr>
          <p:nvPr>
            <p:ph type="body"/>
          </p:nvPr>
        </p:nvSpPr>
        <p:spPr>
          <a:xfrm>
            <a:off x="6172200" y="1681200"/>
            <a:ext cx="5182200" cy="82296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lang="en-US" sz="2400" b="1" u="none" strike="noStrike">
                <a:solidFill>
                  <a:schemeClr val="dk1"/>
                </a:solidFill>
                <a:effectLst/>
                <a:uFillTx/>
                <a:latin typeface="Calibri"/>
              </a:rPr>
              <a:t>Click to edit Master text styles</a:t>
            </a:r>
            <a:endParaRPr lang="en-US" sz="2400" b="0" u="none" strike="noStrike">
              <a:solidFill>
                <a:srgbClr val="000000"/>
              </a:solidFill>
              <a:effectLst/>
              <a:uFillTx/>
              <a:latin typeface="Arial"/>
            </a:endParaRPr>
          </a:p>
        </p:txBody>
      </p:sp>
      <p:sp>
        <p:nvSpPr>
          <p:cNvPr id="22" name="PlaceHolder 5"/>
          <p:cNvSpPr>
            <a:spLocks noGrp="1"/>
          </p:cNvSpPr>
          <p:nvPr>
            <p:ph type="body"/>
          </p:nvPr>
        </p:nvSpPr>
        <p:spPr>
          <a:xfrm>
            <a:off x="6172200" y="2505240"/>
            <a:ext cx="5182200" cy="36835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23" name="PlaceHolder 6"/>
          <p:cNvSpPr>
            <a:spLocks noGrp="1"/>
          </p:cNvSpPr>
          <p:nvPr>
            <p:ph type="dt" idx="10"/>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4" name="PlaceHolder 7"/>
          <p:cNvSpPr>
            <a:spLocks noGrp="1"/>
          </p:cNvSpPr>
          <p:nvPr>
            <p:ph type="ftr" idx="11"/>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5" name="PlaceHolder 8"/>
          <p:cNvSpPr>
            <a:spLocks noGrp="1"/>
          </p:cNvSpPr>
          <p:nvPr>
            <p:ph type="sldNum" idx="12"/>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BC09E7AC-4781-4130-A8AB-AF0A1BAEF1E5}"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blipFill rotWithShape="0">
          <a:blip r:embed="rId2"/>
          <a:stretch/>
        </a:blip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27" name="PlaceHolder 2"/>
          <p:cNvSpPr>
            <a:spLocks noGrp="1"/>
          </p:cNvSpPr>
          <p:nvPr>
            <p:ph type="dt" idx="13"/>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8" name="PlaceHolder 3"/>
          <p:cNvSpPr>
            <a:spLocks noGrp="1"/>
          </p:cNvSpPr>
          <p:nvPr>
            <p:ph type="ftr" idx="14"/>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9" name="PlaceHolder 4"/>
          <p:cNvSpPr>
            <a:spLocks noGrp="1"/>
          </p:cNvSpPr>
          <p:nvPr>
            <p:ph type="sldNum" idx="15"/>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D5A937FD-71A7-4085-BB62-4B3626613950}"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blipFill rotWithShape="0">
          <a:blip r:embed="rId2"/>
          <a:stretch/>
        </a:blipFill>
      </p:bgPr>
    </p:bg>
    <p:spTree>
      <p:nvGrpSpPr>
        <p:cNvPr id="1" name=""/>
        <p:cNvGrpSpPr/>
        <p:nvPr/>
      </p:nvGrpSpPr>
      <p:grpSpPr>
        <a:xfrm>
          <a:off x="0" y="0"/>
          <a:ext cx="0" cy="0"/>
          <a:chOff x="0" y="0"/>
          <a:chExt cx="0" cy="0"/>
        </a:xfrm>
      </p:grpSpPr>
      <p:sp>
        <p:nvSpPr>
          <p:cNvPr id="30" name="PlaceHolder 1"/>
          <p:cNvSpPr>
            <a:spLocks noGrp="1"/>
          </p:cNvSpPr>
          <p:nvPr>
            <p:ph type="dt" idx="16"/>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1" name="PlaceHolder 2"/>
          <p:cNvSpPr>
            <a:spLocks noGrp="1"/>
          </p:cNvSpPr>
          <p:nvPr>
            <p:ph type="ftr" idx="17"/>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2" name="PlaceHolder 3"/>
          <p:cNvSpPr>
            <a:spLocks noGrp="1"/>
          </p:cNvSpPr>
          <p:nvPr>
            <p:ph type="sldNum" idx="18"/>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67119220-6784-45F2-8F63-27629CB88B58}"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blipFill rotWithShape="0">
          <a:blip r:embed="rId2"/>
          <a:stretch/>
        </a:blip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839880" y="457200"/>
            <a:ext cx="3931200" cy="1599120"/>
          </a:xfrm>
          <a:prstGeom prst="rect">
            <a:avLst/>
          </a:prstGeom>
          <a:noFill/>
          <a:ln w="0">
            <a:noFill/>
          </a:ln>
        </p:spPr>
        <p:txBody>
          <a:bodyPr lIns="91440" rIns="91440" tIns="45720" bIns="45720" anchor="b">
            <a:noAutofit/>
          </a:bodyPr>
          <a:p>
            <a:pPr indent="0" defTabSz="914400">
              <a:lnSpc>
                <a:spcPct val="90000"/>
              </a:lnSpc>
              <a:buNone/>
              <a:tabLst>
                <a:tab algn="l" pos="0"/>
              </a:tabLst>
            </a:pPr>
            <a:r>
              <a:rPr lang="en-US" sz="3200" b="0" u="none" strike="noStrike">
                <a:solidFill>
                  <a:schemeClr val="dk1"/>
                </a:solidFill>
                <a:effectLst/>
                <a:uFillTx/>
                <a:latin typeface="Calibri Light"/>
              </a:rPr>
              <a:t>Click to edit Master title style</a:t>
            </a:r>
            <a:endParaRPr lang="en-US" sz="3200" b="0" u="none" strike="noStrike">
              <a:solidFill>
                <a:srgbClr val="000000"/>
              </a:solidFill>
              <a:effectLst/>
              <a:uFillTx/>
              <a:latin typeface="Arial"/>
            </a:endParaRPr>
          </a:p>
        </p:txBody>
      </p:sp>
      <p:sp>
        <p:nvSpPr>
          <p:cNvPr id="34" name="PlaceHolder 2"/>
          <p:cNvSpPr>
            <a:spLocks noGrp="1"/>
          </p:cNvSpPr>
          <p:nvPr>
            <p:ph type="body"/>
          </p:nvPr>
        </p:nvSpPr>
        <p:spPr>
          <a:xfrm>
            <a:off x="5183280" y="987480"/>
            <a:ext cx="6171120" cy="48726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rgbClr val="000000"/>
              </a:solidFill>
              <a:effectLst/>
              <a:uFillTx/>
              <a:latin typeface="Arial"/>
            </a:endParaRPr>
          </a:p>
        </p:txBody>
      </p:sp>
      <p:sp>
        <p:nvSpPr>
          <p:cNvPr id="35" name="PlaceHolder 3"/>
          <p:cNvSpPr>
            <a:spLocks noGrp="1"/>
          </p:cNvSpPr>
          <p:nvPr>
            <p:ph type="body"/>
          </p:nvPr>
        </p:nvSpPr>
        <p:spPr>
          <a:xfrm>
            <a:off x="839880" y="2057400"/>
            <a:ext cx="3931200" cy="381060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lang="en-US" sz="1600" b="0" u="none" strike="noStrike">
                <a:solidFill>
                  <a:schemeClr val="dk1"/>
                </a:solidFill>
                <a:effectLst/>
                <a:uFillTx/>
                <a:latin typeface="Calibri"/>
              </a:rPr>
              <a:t>Click to edit Master text styles</a:t>
            </a:r>
            <a:endParaRPr lang="en-US" sz="1600" b="0" u="none" strike="noStrike">
              <a:solidFill>
                <a:srgbClr val="000000"/>
              </a:solidFill>
              <a:effectLst/>
              <a:uFillTx/>
              <a:latin typeface="Arial"/>
            </a:endParaRPr>
          </a:p>
        </p:txBody>
      </p:sp>
      <p:sp>
        <p:nvSpPr>
          <p:cNvPr id="36" name="PlaceHolder 4"/>
          <p:cNvSpPr>
            <a:spLocks noGrp="1"/>
          </p:cNvSpPr>
          <p:nvPr>
            <p:ph type="dt" idx="19"/>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7" name="PlaceHolder 5"/>
          <p:cNvSpPr>
            <a:spLocks noGrp="1"/>
          </p:cNvSpPr>
          <p:nvPr>
            <p:ph type="ftr" idx="20"/>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8" name="PlaceHolder 6"/>
          <p:cNvSpPr>
            <a:spLocks noGrp="1"/>
          </p:cNvSpPr>
          <p:nvPr>
            <p:ph type="sldNum" idx="21"/>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A59AB15B-025B-4C5E-99B0-06090A7C6736}"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blipFill rotWithShape="0">
          <a:blip r:embed="rId2"/>
          <a:stretch/>
        </a:blipFill>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839880" y="457200"/>
            <a:ext cx="3931200" cy="1599120"/>
          </a:xfrm>
          <a:prstGeom prst="rect">
            <a:avLst/>
          </a:prstGeom>
          <a:noFill/>
          <a:ln w="0">
            <a:noFill/>
          </a:ln>
        </p:spPr>
        <p:txBody>
          <a:bodyPr lIns="91440" rIns="91440" tIns="45720" bIns="45720" anchor="b">
            <a:noAutofit/>
          </a:bodyPr>
          <a:p>
            <a:pPr indent="0" defTabSz="914400">
              <a:lnSpc>
                <a:spcPct val="90000"/>
              </a:lnSpc>
              <a:buNone/>
              <a:tabLst>
                <a:tab algn="l" pos="0"/>
              </a:tabLst>
            </a:pPr>
            <a:r>
              <a:rPr lang="en-US" sz="3200" b="0" u="none" strike="noStrike">
                <a:solidFill>
                  <a:schemeClr val="dk1"/>
                </a:solidFill>
                <a:effectLst/>
                <a:uFillTx/>
                <a:latin typeface="Calibri Light"/>
              </a:rPr>
              <a:t>Click to edit Master title style</a:t>
            </a:r>
            <a:endParaRPr lang="en-US" sz="3200" b="0" u="none" strike="noStrike">
              <a:solidFill>
                <a:srgbClr val="000000"/>
              </a:solidFill>
              <a:effectLst/>
              <a:uFillTx/>
              <a:latin typeface="Arial"/>
            </a:endParaRPr>
          </a:p>
        </p:txBody>
      </p:sp>
      <p:sp>
        <p:nvSpPr>
          <p:cNvPr id="40" name="PlaceHolder 2"/>
          <p:cNvSpPr>
            <a:spLocks noGrp="1"/>
          </p:cNvSpPr>
          <p:nvPr>
            <p:ph type="body"/>
          </p:nvPr>
        </p:nvSpPr>
        <p:spPr>
          <a:xfrm>
            <a:off x="5183280" y="987480"/>
            <a:ext cx="6171120" cy="4872600"/>
          </a:xfrm>
          <a:prstGeom prst="rect">
            <a:avLst/>
          </a:prstGeom>
          <a:noFill/>
          <a:ln w="0">
            <a:noFill/>
          </a:ln>
        </p:spPr>
        <p:txBody>
          <a:bodyPr lIns="90000" rIns="90000" tIns="45000" bIns="45000" anchor="t">
            <a:noAutofit/>
          </a:bodyPr>
          <a:p>
            <a:pPr indent="0" defTabSz="457200">
              <a:lnSpc>
                <a:spcPct val="100000"/>
              </a:lnSpc>
              <a:buNone/>
              <a:tabLst>
                <a:tab algn="l" pos="0"/>
              </a:tabLst>
            </a:pPr>
            <a:r>
              <a:rPr lang="en-US" sz="3200" b="0" u="none" strike="noStrike">
                <a:solidFill>
                  <a:schemeClr val="dk1"/>
                </a:solidFill>
                <a:effectLst/>
                <a:uFillTx/>
                <a:latin typeface="Calibri"/>
              </a:rPr>
              <a:t>Click icon to add picture</a:t>
            </a:r>
            <a:endParaRPr lang="en-US" sz="3200" b="0" u="none" strike="noStrike">
              <a:solidFill>
                <a:srgbClr val="000000"/>
              </a:solidFill>
              <a:effectLst/>
              <a:uFillTx/>
              <a:latin typeface="Arial"/>
            </a:endParaRPr>
          </a:p>
        </p:txBody>
      </p:sp>
      <p:sp>
        <p:nvSpPr>
          <p:cNvPr id="41" name="PlaceHolder 3"/>
          <p:cNvSpPr>
            <a:spLocks noGrp="1"/>
          </p:cNvSpPr>
          <p:nvPr>
            <p:ph type="body"/>
          </p:nvPr>
        </p:nvSpPr>
        <p:spPr>
          <a:xfrm>
            <a:off x="839880" y="2057400"/>
            <a:ext cx="3931200" cy="381060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lang="en-US" sz="1600" b="0" u="none" strike="noStrike">
                <a:solidFill>
                  <a:schemeClr val="dk1"/>
                </a:solidFill>
                <a:effectLst/>
                <a:uFillTx/>
                <a:latin typeface="Calibri"/>
              </a:rPr>
              <a:t>Click to edit Master text styles</a:t>
            </a:r>
            <a:endParaRPr lang="en-US" sz="1600" b="0" u="none" strike="noStrike">
              <a:solidFill>
                <a:srgbClr val="000000"/>
              </a:solidFill>
              <a:effectLst/>
              <a:uFillTx/>
              <a:latin typeface="Arial"/>
            </a:endParaRPr>
          </a:p>
        </p:txBody>
      </p:sp>
      <p:sp>
        <p:nvSpPr>
          <p:cNvPr id="42" name="PlaceHolder 4"/>
          <p:cNvSpPr>
            <a:spLocks noGrp="1"/>
          </p:cNvSpPr>
          <p:nvPr>
            <p:ph type="dt" idx="22"/>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3" name="PlaceHolder 5"/>
          <p:cNvSpPr>
            <a:spLocks noGrp="1"/>
          </p:cNvSpPr>
          <p:nvPr>
            <p:ph type="ftr" idx="23"/>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4" name="PlaceHolder 6"/>
          <p:cNvSpPr>
            <a:spLocks noGrp="1"/>
          </p:cNvSpPr>
          <p:nvPr>
            <p:ph type="sldNum" idx="24"/>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40F99376-45D2-43B3-BDA9-919B3FFD22D1}"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blipFill rotWithShape="0">
          <a:blip r:embed="rId2"/>
          <a:stretch/>
        </a:blip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1523880" y="1122480"/>
            <a:ext cx="9142920" cy="238644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Calibri Light"/>
              </a:rPr>
              <a:t>Click to edit Master title style</a:t>
            </a:r>
            <a:endParaRPr lang="en-US" sz="6000" b="0" u="none" strike="noStrike">
              <a:solidFill>
                <a:srgbClr val="000000"/>
              </a:solidFill>
              <a:effectLst/>
              <a:uFillTx/>
              <a:latin typeface="Arial"/>
            </a:endParaRPr>
          </a:p>
        </p:txBody>
      </p:sp>
      <p:sp>
        <p:nvSpPr>
          <p:cNvPr id="46" name="PlaceHolder 2"/>
          <p:cNvSpPr>
            <a:spLocks noGrp="1"/>
          </p:cNvSpPr>
          <p:nvPr>
            <p:ph type="dt" idx="25"/>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7" name="PlaceHolder 3"/>
          <p:cNvSpPr>
            <a:spLocks noGrp="1"/>
          </p:cNvSpPr>
          <p:nvPr>
            <p:ph type="ftr" idx="26"/>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8" name="PlaceHolder 4"/>
          <p:cNvSpPr>
            <a:spLocks noGrp="1"/>
          </p:cNvSpPr>
          <p:nvPr>
            <p:ph type="sldNum" idx="27"/>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12FED4E2-9E29-422E-932B-C48F1DDB62D6}"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blipFill rotWithShape="0">
          <a:blip r:embed="rId2"/>
          <a:stretch/>
        </a:blip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838080" y="365040"/>
            <a:ext cx="10514520" cy="13244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50" name="PlaceHolder 2"/>
          <p:cNvSpPr>
            <a:spLocks noGrp="1"/>
          </p:cNvSpPr>
          <p:nvPr>
            <p:ph type="body"/>
          </p:nvPr>
        </p:nvSpPr>
        <p:spPr>
          <a:xfrm>
            <a:off x="838080" y="1825560"/>
            <a:ext cx="10514520" cy="435024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51" name="PlaceHolder 3"/>
          <p:cNvSpPr>
            <a:spLocks noGrp="1"/>
          </p:cNvSpPr>
          <p:nvPr>
            <p:ph type="dt" idx="28"/>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2" name="PlaceHolder 4"/>
          <p:cNvSpPr>
            <a:spLocks noGrp="1"/>
          </p:cNvSpPr>
          <p:nvPr>
            <p:ph type="ftr" idx="29"/>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3" name="PlaceHolder 5"/>
          <p:cNvSpPr>
            <a:spLocks noGrp="1"/>
          </p:cNvSpPr>
          <p:nvPr>
            <p:ph type="sldNum" idx="30"/>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4184B9A0-697A-4EDD-ADA1-6C39468C15FB}"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blipFill rotWithShape="0">
          <a:blip r:embed="rId2"/>
          <a:stretch/>
        </a:blip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724960" y="365040"/>
            <a:ext cx="2628000" cy="5810760"/>
          </a:xfrm>
          <a:prstGeom prst="rect">
            <a:avLst/>
          </a:prstGeom>
          <a:noFill/>
          <a:ln w="0">
            <a:noFill/>
          </a:ln>
        </p:spPr>
        <p:txBody>
          <a:bodyPr lIns="91440" rIns="91440" tIns="45720" bIns="45720" anchor="ctr" vert="eaVert">
            <a:noAutofit/>
          </a:bodyPr>
          <a:p>
            <a:pPr indent="0" defTabSz="914400">
              <a:lnSpc>
                <a:spcPct val="90000"/>
              </a:lnSpc>
              <a:buNone/>
              <a:tabLst>
                <a:tab algn="l" pos="0"/>
              </a:tabLst>
            </a:pPr>
            <a:r>
              <a:rPr lang="en-US" sz="4400" b="0" u="none" strike="noStrike">
                <a:solidFill>
                  <a:schemeClr val="dk1"/>
                </a:solidFill>
                <a:effectLst/>
                <a:uFillTx/>
                <a:latin typeface="Calibri Light"/>
              </a:rPr>
              <a:t>Click to edit Master title style</a:t>
            </a:r>
            <a:endParaRPr lang="en-US" sz="4400" b="0" u="none" strike="noStrike">
              <a:solidFill>
                <a:srgbClr val="000000"/>
              </a:solidFill>
              <a:effectLst/>
              <a:uFillTx/>
              <a:latin typeface="Arial"/>
            </a:endParaRPr>
          </a:p>
        </p:txBody>
      </p:sp>
      <p:sp>
        <p:nvSpPr>
          <p:cNvPr id="55" name="PlaceHolder 2"/>
          <p:cNvSpPr>
            <a:spLocks noGrp="1"/>
          </p:cNvSpPr>
          <p:nvPr>
            <p:ph type="body"/>
          </p:nvPr>
        </p:nvSpPr>
        <p:spPr>
          <a:xfrm>
            <a:off x="838080" y="365040"/>
            <a:ext cx="7733160" cy="58107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rgbClr val="000000"/>
              </a:solidFill>
              <a:effectLst/>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rgbClr val="000000"/>
              </a:solidFill>
              <a:effectLst/>
              <a:uFillTx/>
              <a:latin typeface="Arial"/>
            </a:endParaRP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rgbClr val="000000"/>
              </a:solidFill>
              <a:effectLst/>
              <a:uFillTx/>
              <a:latin typeface="Arial"/>
            </a:endParaRP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rgbClr val="000000"/>
              </a:solidFill>
              <a:effectLst/>
              <a:uFillTx/>
              <a:latin typeface="Arial"/>
            </a:endParaRP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rgbClr val="000000"/>
              </a:solidFill>
              <a:effectLst/>
              <a:uFillTx/>
              <a:latin typeface="Arial"/>
            </a:endParaRPr>
          </a:p>
        </p:txBody>
      </p:sp>
      <p:sp>
        <p:nvSpPr>
          <p:cNvPr id="56" name="PlaceHolder 3"/>
          <p:cNvSpPr>
            <a:spLocks noGrp="1"/>
          </p:cNvSpPr>
          <p:nvPr>
            <p:ph type="dt" idx="31"/>
          </p:nvPr>
        </p:nvSpPr>
        <p:spPr>
          <a:xfrm>
            <a:off x="838080" y="6356520"/>
            <a:ext cx="2742120" cy="36396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7" name="PlaceHolder 4"/>
          <p:cNvSpPr>
            <a:spLocks noGrp="1"/>
          </p:cNvSpPr>
          <p:nvPr>
            <p:ph type="ftr" idx="32"/>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8" name="PlaceHolder 5"/>
          <p:cNvSpPr>
            <a:spLocks noGrp="1"/>
          </p:cNvSpPr>
          <p:nvPr>
            <p:ph type="sldNum" idx="33"/>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12F614A1-9558-4295-A2AB-C33F9471F4B2}"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blipFill rotWithShape="0">
          <a:blip r:embed="rId2"/>
          <a:stretch/>
        </a:blipFill>
      </p:bgPr>
    </p:bg>
    <p:spTree>
      <p:nvGrpSpPr>
        <p:cNvPr id="1" name=""/>
        <p:cNvGrpSpPr/>
        <p:nvPr/>
      </p:nvGrpSpPr>
      <p:grpSpPr>
        <a:xfrm>
          <a:off x="0" y="0"/>
          <a:ext cx="0" cy="0"/>
          <a:chOff x="0" y="0"/>
          <a:chExt cx="0" cy="0"/>
        </a:xfrm>
      </p:grpSpPr>
      <p:sp>
        <p:nvSpPr>
          <p:cNvPr id="59" name="PlaceHolder 1"/>
          <p:cNvSpPr>
            <a:spLocks noGrp="1"/>
          </p:cNvSpPr>
          <p:nvPr>
            <p:ph type="title"/>
          </p:nvPr>
        </p:nvSpPr>
        <p:spPr>
          <a:xfrm>
            <a:off x="504000" y="561240"/>
            <a:ext cx="9070560" cy="274680"/>
          </a:xfrm>
          <a:prstGeom prst="rect">
            <a:avLst/>
          </a:prstGeom>
          <a:noFill/>
          <a:ln w="0">
            <a:noFill/>
          </a:ln>
        </p:spPr>
        <p:txBody>
          <a:bodyPr lIns="0" rIns="0" tIns="0" bIns="0" anchor="ctr">
            <a:spAutoFit/>
          </a:bodyPr>
          <a:p>
            <a:pPr indent="0">
              <a:lnSpc>
                <a:spcPct val="100000"/>
              </a:lnSpc>
              <a:buNone/>
              <a:tabLst>
                <a:tab algn="l" pos="0"/>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60" name="PlaceHolder 2"/>
          <p:cNvSpPr>
            <a:spLocks noGrp="1"/>
          </p:cNvSpPr>
          <p:nvPr>
            <p:ph type="ftr" idx="34"/>
          </p:nvPr>
        </p:nvSpPr>
        <p:spPr>
          <a:xfrm>
            <a:off x="4038480" y="6356520"/>
            <a:ext cx="4113720" cy="363960"/>
          </a:xfrm>
          <a:prstGeom prst="rect">
            <a:avLst/>
          </a:prstGeom>
          <a:noFill/>
          <a:ln w="0">
            <a:noFill/>
          </a:ln>
        </p:spPr>
        <p:txBody>
          <a:bodyPr lIns="91440" rIns="91440" tIns="45720" bIns="45720" anchor="ctr">
            <a:noAutofit/>
          </a:bodyPr>
          <a:lstStyle>
            <a:lvl1pPr indent="0" algn="ct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ctr" defTabSz="457200">
              <a:lnSpc>
                <a:spcPct val="100000"/>
              </a:lnSpc>
              <a:buNone/>
              <a:tabLst>
                <a:tab algn="l" pos="0"/>
              </a:tabLst>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61" name="PlaceHolder 3"/>
          <p:cNvSpPr>
            <a:spLocks noGrp="1"/>
          </p:cNvSpPr>
          <p:nvPr>
            <p:ph type="sldNum" idx="35"/>
          </p:nvPr>
        </p:nvSpPr>
        <p:spPr>
          <a:xfrm>
            <a:off x="8610480" y="6356520"/>
            <a:ext cx="274212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F0543D24-D46A-4F26-ACB7-8A71E8EDD81B}" type="slidenum">
              <a:rPr lang="en-US"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
        <p:nvSpPr>
          <p:cNvPr id="62" name="PlaceHolder 4"/>
          <p:cNvSpPr>
            <a:spLocks noGrp="1"/>
          </p:cNvSpPr>
          <p:nvPr>
            <p:ph type="dt" idx="36"/>
          </p:nvPr>
        </p:nvSpPr>
        <p:spPr>
          <a:xfrm>
            <a:off x="838080" y="6356520"/>
            <a:ext cx="2742120" cy="363960"/>
          </a:xfrm>
          <a:prstGeom prst="rect">
            <a:avLst/>
          </a:prstGeom>
          <a:noFill/>
          <a:ln w="0">
            <a:noFill/>
          </a:ln>
        </p:spPr>
        <p:txBody>
          <a:bodyPr lIns="91440" rIns="91440" tIns="45720" bIns="45720" anchor="ctr">
            <a:noAutofit/>
          </a:bodyPr>
          <a:lstStyle>
            <a:lvl1pPr indent="0">
              <a:lnSpc>
                <a:spcPct val="100000"/>
              </a:lnSpc>
              <a:buNone/>
              <a:tabLst>
                <a:tab algn="l" pos="0"/>
              </a:tabLst>
              <a:defRPr lang="en-US" sz="1400" b="0" u="none" strike="noStrike">
                <a:solidFill>
                  <a:srgbClr val="000000"/>
                </a:solidFill>
                <a:effectLst/>
                <a:uFillTx/>
                <a:latin typeface="Times New Roman"/>
              </a:defRPr>
            </a:lvl1pPr>
          </a:lstStyle>
          <a:p>
            <a:pPr indent="0">
              <a:lnSpc>
                <a:spcPct val="100000"/>
              </a:lnSpc>
              <a:buNone/>
              <a:tabLst>
                <a:tab algn="l" pos="0"/>
              </a:tabLst>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63" name="PlaceHolder 5"/>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Calibri"/>
              </a:rPr>
              <a:t>Second Outline Level</a:t>
            </a:r>
            <a:endParaRPr lang="en-US" sz="20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Calibri"/>
              </a:rPr>
              <a:t>Third Outline Level</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Calibri"/>
              </a:rPr>
              <a:t>Fourth Outline Level</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2.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slideLayout" Target="../slideLayouts/slideLayout12.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4" name="Picture 8"/>
          <p:cNvPicPr/>
          <p:nvPr/>
        </p:nvPicPr>
        <p:blipFill>
          <a:blip r:embed="rId1"/>
          <a:stretch/>
        </p:blipFill>
        <p:spPr>
          <a:xfrm>
            <a:off x="0" y="0"/>
            <a:ext cx="12191040" cy="6856920"/>
          </a:xfrm>
          <a:prstGeom prst="rect">
            <a:avLst/>
          </a:prstGeom>
          <a:noFill/>
          <a:ln w="0">
            <a:noFill/>
          </a:ln>
        </p:spPr>
      </p:pic>
      <p:sp>
        <p:nvSpPr>
          <p:cNvPr id="65" name="PlaceHolder 1"/>
          <p:cNvSpPr>
            <a:spLocks noGrp="1"/>
          </p:cNvSpPr>
          <p:nvPr>
            <p:ph type="title"/>
          </p:nvPr>
        </p:nvSpPr>
        <p:spPr>
          <a:xfrm>
            <a:off x="478080" y="1122480"/>
            <a:ext cx="5343120" cy="3202920"/>
          </a:xfrm>
          <a:prstGeom prst="rect">
            <a:avLst/>
          </a:prstGeom>
          <a:noFill/>
          <a:ln w="0">
            <a:noFill/>
          </a:ln>
        </p:spPr>
        <p:txBody>
          <a:bodyPr lIns="0" rIns="0" tIns="0" bIns="0" anchor="b">
            <a:normAutofit/>
          </a:bodyPr>
          <a:p>
            <a:pPr indent="0" defTabSz="1105920">
              <a:lnSpc>
                <a:spcPct val="90000"/>
              </a:lnSpc>
              <a:buNone/>
              <a:tabLst>
                <a:tab algn="l" pos="0"/>
              </a:tabLst>
            </a:pPr>
            <a:r>
              <a:rPr lang="en-US" sz="6000" b="0" u="none" strike="noStrike">
                <a:solidFill>
                  <a:schemeClr val="dk1"/>
                </a:solidFill>
                <a:effectLst/>
                <a:uFillTx/>
                <a:latin typeface="Calibri"/>
              </a:rPr>
              <a:t>The FlowCore Warehouse Project</a:t>
            </a:r>
            <a:endParaRPr lang="en-US" sz="6000" b="0" u="none" strike="noStrike">
              <a:solidFill>
                <a:srgbClr val="000000"/>
              </a:solidFill>
              <a:effectLst/>
              <a:uFillTx/>
              <a:latin typeface="Arial"/>
            </a:endParaRPr>
          </a:p>
        </p:txBody>
      </p:sp>
      <p:sp>
        <p:nvSpPr>
          <p:cNvPr id="66" name="PlaceHolder 2"/>
          <p:cNvSpPr>
            <a:spLocks noGrp="1"/>
          </p:cNvSpPr>
          <p:nvPr>
            <p:ph type="subTitle"/>
          </p:nvPr>
        </p:nvSpPr>
        <p:spPr>
          <a:xfrm>
            <a:off x="478080" y="4872960"/>
            <a:ext cx="4022280" cy="1207080"/>
          </a:xfrm>
          <a:prstGeom prst="rect">
            <a:avLst/>
          </a:prstGeom>
          <a:noFill/>
          <a:ln w="0">
            <a:noFill/>
          </a:ln>
        </p:spPr>
        <p:txBody>
          <a:bodyPr lIns="0" rIns="0" tIns="0" bIns="0" anchor="ctr">
            <a:normAutofit/>
          </a:bodyPr>
          <a:p>
            <a:pPr indent="0" defTabSz="1105920">
              <a:lnSpc>
                <a:spcPct val="90000"/>
              </a:lnSpc>
              <a:spcBef>
                <a:spcPts val="1001"/>
              </a:spcBef>
              <a:spcAft>
                <a:spcPts val="601"/>
              </a:spcAft>
              <a:buNone/>
              <a:tabLst>
                <a:tab algn="l" pos="0"/>
              </a:tabLst>
            </a:pPr>
            <a:r>
              <a:rPr lang="en-US" sz="2000" b="0" u="none" strike="noStrike">
                <a:solidFill>
                  <a:schemeClr val="dk1"/>
                </a:solidFill>
                <a:effectLst/>
                <a:uFillTx/>
                <a:latin typeface="Arial"/>
              </a:rPr>
              <a:t>Krallis Dimosthenis and Ioanna Tagara</a:t>
            </a:r>
            <a:endParaRPr lang="en-US" sz="2000" b="0" u="none" strike="noStrike">
              <a:solidFill>
                <a:srgbClr val="000000"/>
              </a:solidFill>
              <a:effectLst/>
              <a:uFillTx/>
              <a:latin typeface="Arial"/>
            </a:endParaRPr>
          </a:p>
        </p:txBody>
      </p:sp>
      <p:cxnSp>
        <p:nvCxnSpPr>
          <p:cNvPr id="67" name="Straight Connector 3"/>
          <p:cNvCxnSpPr/>
          <p:nvPr/>
        </p:nvCxnSpPr>
        <p:spPr>
          <a:xfrm>
            <a:off x="375840" y="4775040"/>
            <a:ext cx="4126320" cy="1080"/>
          </a:xfrm>
          <a:prstGeom prst="straightConnector1">
            <a:avLst/>
          </a:prstGeom>
          <a:ln w="0">
            <a:solidFill>
              <a:srgbClr val="000000"/>
            </a:solidFill>
          </a:ln>
        </p:spPr>
      </p:cxn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Team Introduction</a:t>
            </a:r>
            <a:endParaRPr lang="en-US" sz="4400" b="0" u="none" strike="noStrike">
              <a:solidFill>
                <a:srgbClr val="000000"/>
              </a:solidFill>
              <a:effectLst/>
              <a:uFillTx/>
              <a:latin typeface="Arial"/>
            </a:endParaRPr>
          </a:p>
        </p:txBody>
      </p:sp>
      <p:sp>
        <p:nvSpPr>
          <p:cNvPr id="69" name="Subtitle 2"/>
          <p:cNvSpPr/>
          <p:nvPr/>
        </p:nvSpPr>
        <p:spPr>
          <a:xfrm>
            <a:off x="504000" y="1680480"/>
            <a:ext cx="9070560" cy="1371960"/>
          </a:xfrm>
          <a:prstGeom prst="rect">
            <a:avLst/>
          </a:prstGeom>
          <a:noFill/>
          <a:ln w="0">
            <a:noFill/>
          </a:ln>
        </p:spPr>
        <p:style>
          <a:lnRef idx="0"/>
          <a:fillRef idx="0"/>
          <a:effectRef idx="0"/>
          <a:fontRef idx="minor"/>
        </p:style>
        <p:txBody>
          <a:bodyPr lIns="0" rIns="0" tIns="0" bIns="0" anchor="ctr">
            <a:spAutoFit/>
          </a:bodyPr>
          <a:p>
            <a:pPr defTabSz="914400">
              <a:lnSpc>
                <a:spcPct val="90000"/>
              </a:lnSpc>
            </a:pPr>
            <a:r>
              <a:rPr lang="en-US" sz="2800" b="0" u="none" strike="noStrike">
                <a:solidFill>
                  <a:schemeClr val="dk1"/>
                </a:solidFill>
                <a:effectLst/>
                <a:uFillTx/>
                <a:latin typeface="Calibri Light"/>
              </a:rPr>
              <a:t>Dimos</a:t>
            </a:r>
            <a:endParaRPr lang="en-US" sz="2800" b="0" u="none" strike="noStrike">
              <a:solidFill>
                <a:srgbClr val="000000"/>
              </a:solidFill>
              <a:effectLst/>
              <a:uFillTx/>
              <a:latin typeface="Arial"/>
            </a:endParaRPr>
          </a:p>
          <a:p>
            <a:pPr defTabSz="914400">
              <a:lnSpc>
                <a:spcPct val="90000"/>
              </a:lnSpc>
            </a:pPr>
            <a:r>
              <a:rPr lang="en-US" sz="2800" b="0" u="none" strike="noStrike">
                <a:solidFill>
                  <a:schemeClr val="dk1"/>
                </a:solidFill>
                <a:effectLst/>
                <a:uFillTx/>
                <a:latin typeface="Calibri Light"/>
              </a:rPr>
              <a:t>Mostly C++, Shell scripts and Docker.</a:t>
            </a:r>
            <a:endParaRPr lang="en-US" sz="2800" b="0" u="none" strike="noStrike">
              <a:solidFill>
                <a:srgbClr val="000000"/>
              </a:solidFill>
              <a:effectLst/>
              <a:uFillTx/>
              <a:latin typeface="Arial"/>
            </a:endParaRPr>
          </a:p>
          <a:p>
            <a:pPr defTabSz="914400">
              <a:lnSpc>
                <a:spcPct val="90000"/>
              </a:lnSpc>
            </a:pPr>
            <a:endParaRPr lang="en-US" sz="4400" b="0" u="none" strike="noStrike">
              <a:solidFill>
                <a:srgbClr val="000000"/>
              </a:solidFill>
              <a:effectLst/>
              <a:uFillTx/>
              <a:latin typeface="Arial"/>
            </a:endParaRPr>
          </a:p>
        </p:txBody>
      </p:sp>
      <p:sp>
        <p:nvSpPr>
          <p:cNvPr id="70" name="PlaceHolder 2"/>
          <p:cNvSpPr>
            <a:spLocks noGrp="1"/>
          </p:cNvSpPr>
          <p:nvPr>
            <p:ph type="subTitle"/>
          </p:nvPr>
        </p:nvSpPr>
        <p:spPr>
          <a:xfrm>
            <a:off x="504000" y="3733560"/>
            <a:ext cx="9070560" cy="774360"/>
          </a:xfrm>
          <a:prstGeom prst="rect">
            <a:avLst/>
          </a:prstGeom>
          <a:noFill/>
          <a:ln w="0">
            <a:noFill/>
          </a:ln>
        </p:spPr>
        <p:txBody>
          <a:bodyPr lIns="0" rIns="0" tIns="0" bIns="0" anchor="ctr">
            <a:noAutofit/>
          </a:bodyPr>
          <a:p>
            <a:pPr defTabSz="914400">
              <a:lnSpc>
                <a:spcPct val="90000"/>
              </a:lnSpc>
              <a:spcBef>
                <a:spcPts val="1001"/>
              </a:spcBef>
              <a:tabLst>
                <a:tab algn="l" pos="0"/>
              </a:tabLst>
            </a:pPr>
            <a:r>
              <a:rPr lang="en-US" sz="2800" b="0" u="none" strike="noStrike">
                <a:solidFill>
                  <a:schemeClr val="dk1"/>
                </a:solidFill>
                <a:effectLst/>
                <a:uFillTx/>
                <a:latin typeface="Calibri"/>
              </a:rPr>
              <a:t>Ioanna </a:t>
            </a:r>
            <a:endParaRPr lang="en-US" sz="2800" b="0" u="none" strike="noStrike">
              <a:solidFill>
                <a:srgbClr val="000000"/>
              </a:solidFill>
              <a:effectLst/>
              <a:uFillTx/>
              <a:latin typeface="Arial"/>
            </a:endParaRPr>
          </a:p>
          <a:p>
            <a:pPr defTabSz="914400">
              <a:lnSpc>
                <a:spcPct val="90000"/>
              </a:lnSpc>
              <a:spcBef>
                <a:spcPts val="1001"/>
              </a:spcBef>
              <a:tabLst>
                <a:tab algn="l" pos="0"/>
              </a:tabLst>
            </a:pPr>
            <a:r>
              <a:rPr lang="en-US" sz="2800" b="0" u="none" strike="noStrike">
                <a:solidFill>
                  <a:schemeClr val="dk1"/>
                </a:solidFill>
                <a:effectLst/>
                <a:uFillTx/>
                <a:latin typeface="Calibri"/>
              </a:rPr>
              <a:t>Mostly the presentation, SQL and C++.</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Project Overview</a:t>
            </a:r>
            <a:endParaRPr lang="en-US" sz="4400" b="0" u="none" strike="noStrike">
              <a:solidFill>
                <a:srgbClr val="000000"/>
              </a:solidFill>
              <a:effectLst/>
              <a:uFillTx/>
              <a:latin typeface="Arial"/>
            </a:endParaRPr>
          </a:p>
        </p:txBody>
      </p:sp>
      <p:sp>
        <p:nvSpPr>
          <p:cNvPr id="72" name="PlaceHolder 2"/>
          <p:cNvSpPr>
            <a:spLocks noGrp="1"/>
          </p:cNvSpPr>
          <p:nvPr>
            <p:ph type="subTitle"/>
          </p:nvPr>
        </p:nvSpPr>
        <p:spPr>
          <a:xfrm>
            <a:off x="504000" y="1371600"/>
            <a:ext cx="10468800" cy="434340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This project is meant to be a showcase of our commissioning skills in a small-scale warehouse environment. Specifically, it is meant to simulate a small-scale warehouse environment where some attributes and infrastructure are taken for-granted for ease of simulation. </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Scope of Our Solution</a:t>
            </a:r>
            <a:endParaRPr lang="en-US" sz="4400" b="0" u="none" strike="noStrike">
              <a:solidFill>
                <a:srgbClr val="000000"/>
              </a:solidFill>
              <a:effectLst/>
              <a:uFillTx/>
              <a:latin typeface="Arial"/>
            </a:endParaRPr>
          </a:p>
        </p:txBody>
      </p:sp>
      <p:sp>
        <p:nvSpPr>
          <p:cNvPr id="74" name="PlaceHolder 2"/>
          <p:cNvSpPr>
            <a:spLocks noGrp="1"/>
          </p:cNvSpPr>
          <p:nvPr>
            <p:ph type="subTitle"/>
          </p:nvPr>
        </p:nvSpPr>
        <p:spPr>
          <a:xfrm>
            <a:off x="529920" y="1371600"/>
            <a:ext cx="10899360" cy="457128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This warehouse system simulation is of a Warehouse Management System. It only covers the toat filling and logging part. We fill the toats with the selected products and log that info via the database and text log files. </a:t>
            </a:r>
            <a:endParaRPr lang="en-US" sz="2800" b="0" u="none" strike="noStrike">
              <a:solidFill>
                <a:srgbClr val="000000"/>
              </a:solidFill>
              <a:effectLst/>
              <a:uFillTx/>
              <a:latin typeface="Arial"/>
            </a:endParaRPr>
          </a:p>
          <a:p>
            <a:pPr indent="0" defTabSz="914400">
              <a:lnSpc>
                <a:spcPct val="90000"/>
              </a:lnSpc>
              <a:spcBef>
                <a:spcPts val="1001"/>
              </a:spcBef>
              <a:buNone/>
              <a:tabLst>
                <a:tab algn="l" pos="0"/>
              </a:tabLst>
            </a:pPr>
            <a:r>
              <a:rPr lang="en-US" sz="2800" b="0" u="none" strike="noStrike">
                <a:solidFill>
                  <a:schemeClr val="dk1"/>
                </a:solidFill>
                <a:effectLst/>
                <a:uFillTx/>
                <a:latin typeface="Calibri"/>
              </a:rPr>
              <a:t>Logging includes: </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0" u="none" strike="noStrike">
                <a:solidFill>
                  <a:schemeClr val="dk1"/>
                </a:solidFill>
                <a:effectLst/>
                <a:uFillTx/>
                <a:latin typeface="Calibri"/>
              </a:rPr>
              <a:t>When there is a connection with the database happening.</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0" u="none" strike="noStrike">
                <a:solidFill>
                  <a:schemeClr val="dk1"/>
                </a:solidFill>
                <a:effectLst/>
                <a:uFillTx/>
                <a:latin typeface="Calibri"/>
              </a:rPr>
              <a:t>What queries are being sent to the database.</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0" u="none" strike="noStrike">
                <a:solidFill>
                  <a:schemeClr val="dk1"/>
                </a:solidFill>
                <a:effectLst/>
                <a:uFillTx/>
                <a:latin typeface="Calibri"/>
              </a:rPr>
              <a:t>Any errors related to pushing and pulling data to and from the database. </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Warehouse Process Flow</a:t>
            </a:r>
            <a:endParaRPr lang="en-US" sz="4400" b="0" u="none" strike="noStrike">
              <a:solidFill>
                <a:srgbClr val="000000"/>
              </a:solidFill>
              <a:effectLst/>
              <a:uFillTx/>
              <a:latin typeface="Arial"/>
            </a:endParaRPr>
          </a:p>
        </p:txBody>
      </p:sp>
      <p:pic>
        <p:nvPicPr>
          <p:cNvPr id="76" name=""/>
          <p:cNvPicPr/>
          <p:nvPr/>
        </p:nvPicPr>
        <p:blipFill>
          <a:blip r:embed="rId1"/>
          <a:stretch/>
        </p:blipFill>
        <p:spPr>
          <a:xfrm>
            <a:off x="724680" y="3045960"/>
            <a:ext cx="10532520" cy="121140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Business Rules</a:t>
            </a:r>
            <a:endParaRPr lang="en-US" sz="4400" b="0" u="none" strike="noStrike">
              <a:solidFill>
                <a:srgbClr val="000000"/>
              </a:solidFill>
              <a:effectLst/>
              <a:uFillTx/>
              <a:latin typeface="Arial"/>
            </a:endParaRPr>
          </a:p>
        </p:txBody>
      </p:sp>
      <p:sp>
        <p:nvSpPr>
          <p:cNvPr id="78" name="PlaceHolder 2"/>
          <p:cNvSpPr>
            <a:spLocks noGrp="1"/>
          </p:cNvSpPr>
          <p:nvPr>
            <p:ph type="subTitle"/>
          </p:nvPr>
        </p:nvSpPr>
        <p:spPr>
          <a:xfrm>
            <a:off x="504000" y="2583000"/>
            <a:ext cx="9070560" cy="77436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The this that will take as granded like the storage is given ath restock is handled outside the system ect.</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System Architecture</a:t>
            </a:r>
            <a:endParaRPr lang="en-US" sz="4400" b="0" u="none" strike="noStrike">
              <a:solidFill>
                <a:srgbClr val="000000"/>
              </a:solidFill>
              <a:effectLst/>
              <a:uFillTx/>
              <a:latin typeface="Arial"/>
            </a:endParaRPr>
          </a:p>
        </p:txBody>
      </p:sp>
      <p:sp>
        <p:nvSpPr>
          <p:cNvPr id="80" name="PlaceHolder 2"/>
          <p:cNvSpPr>
            <a:spLocks noGrp="1"/>
          </p:cNvSpPr>
          <p:nvPr>
            <p:ph type="subTitle"/>
          </p:nvPr>
        </p:nvSpPr>
        <p:spPr>
          <a:xfrm>
            <a:off x="504000" y="2260800"/>
            <a:ext cx="9070560" cy="141876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The structure of out system</a:t>
            </a:r>
            <a:endParaRPr lang="en-US" sz="28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0" u="none" strike="noStrike">
                <a:solidFill>
                  <a:schemeClr val="dk1"/>
                </a:solidFill>
                <a:effectLst/>
                <a:uFillTx/>
                <a:latin typeface="Calibri"/>
              </a:rPr>
              <a:t>We could use a user case diagram</a:t>
            </a:r>
            <a:endParaRPr lang="en-US" sz="2800" b="0" u="none" strike="noStrike">
              <a:solidFill>
                <a:srgbClr val="000000"/>
              </a:solidFill>
              <a:effectLst/>
              <a:uFillTx/>
              <a:latin typeface="Arial"/>
            </a:endParaRPr>
          </a:p>
        </p:txBody>
      </p:sp>
      <p:pic>
        <p:nvPicPr>
          <p:cNvPr id="81" name="Picture 2" descr="A Comprehensive Guide to Use Case Modeling - Visual Paradigm Guides"/>
          <p:cNvPicPr/>
          <p:nvPr/>
        </p:nvPicPr>
        <p:blipFill>
          <a:blip r:embed="rId1"/>
          <a:stretch/>
        </p:blipFill>
        <p:spPr>
          <a:xfrm>
            <a:off x="6095880" y="1266840"/>
            <a:ext cx="4664880" cy="432360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Tech Stack</a:t>
            </a:r>
            <a:endParaRPr lang="en-US" sz="4400" b="0" u="none" strike="noStrike">
              <a:solidFill>
                <a:srgbClr val="000000"/>
              </a:solidFill>
              <a:effectLst/>
              <a:uFillTx/>
              <a:latin typeface="Arial"/>
            </a:endParaRPr>
          </a:p>
        </p:txBody>
      </p:sp>
      <p:sp>
        <p:nvSpPr>
          <p:cNvPr id="83" name="PlaceHolder 2"/>
          <p:cNvSpPr>
            <a:spLocks noGrp="1"/>
          </p:cNvSpPr>
          <p:nvPr>
            <p:ph type="subTitle"/>
          </p:nvPr>
        </p:nvSpPr>
        <p:spPr>
          <a:xfrm>
            <a:off x="504000" y="1442520"/>
            <a:ext cx="10925280" cy="495756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The tech stack includes:</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Modern C++</a:t>
            </a:r>
            <a:r>
              <a:rPr lang="en-US" sz="2800" b="0" u="none" strike="noStrike">
                <a:solidFill>
                  <a:schemeClr val="dk1"/>
                </a:solidFill>
                <a:effectLst/>
                <a:uFillTx/>
                <a:latin typeface="Calibri"/>
              </a:rPr>
              <a:t> for the business logic and UI</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Nlohmann JSON</a:t>
            </a:r>
            <a:r>
              <a:rPr lang="en-US" sz="2800" b="0" u="none" strike="noStrike">
                <a:solidFill>
                  <a:schemeClr val="dk1"/>
                </a:solidFill>
                <a:effectLst/>
                <a:uFillTx/>
                <a:latin typeface="Calibri"/>
              </a:rPr>
              <a:t> for parsing JSON configuration files in C++</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OCCI libraries</a:t>
            </a:r>
            <a:r>
              <a:rPr lang="en-US" sz="2800" b="0" u="none" strike="noStrike">
                <a:solidFill>
                  <a:schemeClr val="dk1"/>
                </a:solidFill>
                <a:effectLst/>
                <a:uFillTx/>
                <a:latin typeface="Calibri"/>
              </a:rPr>
              <a:t> for connecting the C++ components with the database</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Oracle FreeSQL</a:t>
            </a:r>
            <a:r>
              <a:rPr lang="en-US" sz="2800" b="0" u="none" strike="noStrike">
                <a:solidFill>
                  <a:schemeClr val="dk1"/>
                </a:solidFill>
                <a:effectLst/>
                <a:uFillTx/>
                <a:latin typeface="Calibri"/>
              </a:rPr>
              <a:t> for our database solution.</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Docker</a:t>
            </a:r>
            <a:r>
              <a:rPr lang="en-US" sz="2800" b="0" u="none" strike="noStrike">
                <a:solidFill>
                  <a:schemeClr val="dk1"/>
                </a:solidFill>
                <a:effectLst/>
                <a:uFillTx/>
                <a:latin typeface="Calibri"/>
              </a:rPr>
              <a:t> for deployment of the </a:t>
            </a:r>
            <a:r>
              <a:rPr lang="en-US" sz="2800" b="1" u="none" strike="noStrike">
                <a:solidFill>
                  <a:schemeClr val="dk1"/>
                </a:solidFill>
                <a:effectLst/>
                <a:uFillTx/>
                <a:latin typeface="Calibri"/>
              </a:rPr>
              <a:t>Oracle Linux 9</a:t>
            </a:r>
            <a:r>
              <a:rPr lang="en-US" sz="2800" b="0" u="none" strike="noStrike">
                <a:solidFill>
                  <a:schemeClr val="dk1"/>
                </a:solidFill>
                <a:effectLst/>
                <a:uFillTx/>
                <a:latin typeface="Calibri"/>
              </a:rPr>
              <a:t> environment where the project runs.</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1" u="none" strike="noStrike">
                <a:solidFill>
                  <a:schemeClr val="dk1"/>
                </a:solidFill>
                <a:effectLst/>
                <a:uFillTx/>
                <a:latin typeface="Calibri"/>
              </a:rPr>
              <a:t>Bash</a:t>
            </a:r>
            <a:r>
              <a:rPr lang="en-US" sz="2800" b="0" u="none" strike="noStrike">
                <a:solidFill>
                  <a:schemeClr val="dk1"/>
                </a:solidFill>
                <a:effectLst/>
                <a:uFillTx/>
                <a:latin typeface="Calibri"/>
              </a:rPr>
              <a:t> scripts for deployment and building automation as well as logging automation.</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tabLst>
                <a:tab algn="l" pos="0"/>
              </a:tabLst>
            </a:pPr>
            <a:r>
              <a:rPr lang="en-US" sz="2800" b="0" u="none" strike="noStrike">
                <a:solidFill>
                  <a:schemeClr val="dk1"/>
                </a:solidFill>
                <a:effectLst/>
                <a:uFillTx/>
                <a:latin typeface="Calibri"/>
              </a:rPr>
              <a:t>The </a:t>
            </a:r>
            <a:r>
              <a:rPr lang="en-US" sz="2800" b="1" u="none" strike="noStrike">
                <a:solidFill>
                  <a:schemeClr val="dk1"/>
                </a:solidFill>
                <a:effectLst/>
                <a:uFillTx/>
                <a:latin typeface="Calibri"/>
              </a:rPr>
              <a:t>GNU Compiler Collection</a:t>
            </a:r>
            <a:r>
              <a:rPr lang="en-US" sz="2800" b="0" u="none" strike="noStrike">
                <a:solidFill>
                  <a:schemeClr val="dk1"/>
                </a:solidFill>
                <a:effectLst/>
                <a:uFillTx/>
                <a:latin typeface="Calibri"/>
              </a:rPr>
              <a:t> for C++ compilation.</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Configuration &amp; Environment</a:t>
            </a:r>
            <a:endParaRPr lang="en-US" sz="4400" b="0" u="none" strike="noStrike">
              <a:solidFill>
                <a:srgbClr val="000000"/>
              </a:solidFill>
              <a:effectLst/>
              <a:uFillTx/>
              <a:latin typeface="Arial"/>
            </a:endParaRPr>
          </a:p>
        </p:txBody>
      </p:sp>
      <p:sp>
        <p:nvSpPr>
          <p:cNvPr id="85" name="PlaceHolder 2"/>
          <p:cNvSpPr>
            <a:spLocks noGrp="1"/>
          </p:cNvSpPr>
          <p:nvPr>
            <p:ph type="subTitle"/>
          </p:nvPr>
        </p:nvSpPr>
        <p:spPr>
          <a:xfrm>
            <a:off x="504000" y="1371600"/>
            <a:ext cx="4981680" cy="457128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The config files include the connection settings for the database that is saved in JSON format.</a:t>
            </a:r>
            <a:endParaRPr lang="en-US" sz="2800" b="0" u="none" strike="noStrike">
              <a:solidFill>
                <a:srgbClr val="000000"/>
              </a:solidFill>
              <a:effectLst/>
              <a:uFillTx/>
              <a:latin typeface="Arial"/>
            </a:endParaRPr>
          </a:p>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The directory structure is as follows:</a:t>
            </a:r>
            <a:endParaRPr lang="en-US" sz="28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2800" b="0" u="none" strike="noStrike">
              <a:solidFill>
                <a:srgbClr val="000000"/>
              </a:solidFill>
              <a:effectLst/>
              <a:uFillTx/>
              <a:latin typeface="Arial"/>
            </a:endParaRPr>
          </a:p>
        </p:txBody>
      </p:sp>
      <p:pic>
        <p:nvPicPr>
          <p:cNvPr id="86" name=""/>
          <p:cNvPicPr/>
          <p:nvPr/>
        </p:nvPicPr>
        <p:blipFill>
          <a:blip r:embed="rId1"/>
          <a:stretch/>
        </p:blipFill>
        <p:spPr>
          <a:xfrm>
            <a:off x="5647320" y="2118600"/>
            <a:ext cx="5311800" cy="1122840"/>
          </a:xfrm>
          <a:prstGeom prst="rect">
            <a:avLst/>
          </a:prstGeom>
          <a:noFill/>
          <a:ln w="0">
            <a:noFill/>
          </a:ln>
        </p:spPr>
      </p:pic>
      <p:pic>
        <p:nvPicPr>
          <p:cNvPr id="87" name=""/>
          <p:cNvPicPr/>
          <p:nvPr/>
        </p:nvPicPr>
        <p:blipFill>
          <a:blip r:embed="rId2"/>
          <a:stretch/>
        </p:blipFill>
        <p:spPr>
          <a:xfrm>
            <a:off x="5624280" y="3409560"/>
            <a:ext cx="2488680" cy="2742480"/>
          </a:xfrm>
          <a:prstGeom prst="rect">
            <a:avLst/>
          </a:prstGeom>
          <a:noFill/>
          <a:ln w="0">
            <a:noFill/>
          </a:ln>
        </p:spPr>
      </p:pic>
      <p:pic>
        <p:nvPicPr>
          <p:cNvPr id="88" name=""/>
          <p:cNvPicPr/>
          <p:nvPr/>
        </p:nvPicPr>
        <p:blipFill>
          <a:blip r:embed="rId3"/>
          <a:stretch/>
        </p:blipFill>
        <p:spPr>
          <a:xfrm>
            <a:off x="8113680" y="3409560"/>
            <a:ext cx="2289240" cy="344772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Linux &amp; Bash Operations</a:t>
            </a:r>
            <a:endParaRPr lang="en-US" sz="4400" b="0" u="none" strike="noStrike">
              <a:solidFill>
                <a:srgbClr val="000000"/>
              </a:solidFill>
              <a:effectLst/>
              <a:uFillTx/>
              <a:latin typeface="Arial"/>
            </a:endParaRPr>
          </a:p>
        </p:txBody>
      </p:sp>
      <p:sp>
        <p:nvSpPr>
          <p:cNvPr id="90" name="PlaceHolder 2"/>
          <p:cNvSpPr>
            <a:spLocks noGrp="1"/>
          </p:cNvSpPr>
          <p:nvPr>
            <p:ph type="subTitle"/>
          </p:nvPr>
        </p:nvSpPr>
        <p:spPr>
          <a:xfrm>
            <a:off x="504000" y="1600200"/>
            <a:ext cx="10468440" cy="411444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Maybe screenshots and how the bash files and linux line code is used</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Database Design</a:t>
            </a:r>
            <a:endParaRPr lang="en-US" sz="4400" b="0" u="none" strike="noStrike">
              <a:solidFill>
                <a:srgbClr val="000000"/>
              </a:solidFill>
              <a:effectLst/>
              <a:uFillTx/>
              <a:latin typeface="Arial"/>
            </a:endParaRPr>
          </a:p>
        </p:txBody>
      </p:sp>
      <p:sp>
        <p:nvSpPr>
          <p:cNvPr id="92" name="PlaceHolder 2"/>
          <p:cNvSpPr>
            <a:spLocks noGrp="1"/>
          </p:cNvSpPr>
          <p:nvPr>
            <p:ph type="subTitle"/>
          </p:nvPr>
        </p:nvSpPr>
        <p:spPr>
          <a:xfrm>
            <a:off x="504000" y="2518920"/>
            <a:ext cx="9070560" cy="90288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Same thing but with the database structure and tools</a:t>
            </a:r>
            <a:endParaRPr lang="en-US" sz="28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SQL Operations</a:t>
            </a:r>
            <a:endParaRPr lang="en-US" sz="4400" b="0" u="none" strike="noStrike">
              <a:solidFill>
                <a:srgbClr val="000000"/>
              </a:solidFill>
              <a:effectLst/>
              <a:uFillTx/>
              <a:latin typeface="Arial"/>
            </a:endParaRPr>
          </a:p>
        </p:txBody>
      </p:sp>
      <p:sp>
        <p:nvSpPr>
          <p:cNvPr id="94" name="PlaceHolder 2"/>
          <p:cNvSpPr>
            <a:spLocks noGrp="1"/>
          </p:cNvSpPr>
          <p:nvPr>
            <p:ph type="subTitle"/>
          </p:nvPr>
        </p:nvSpPr>
        <p:spPr>
          <a:xfrm>
            <a:off x="504000" y="2776680"/>
            <a:ext cx="9070560" cy="38664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Again explain the sql code and how the tables where made</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PL/SQL Logic</a:t>
            </a:r>
            <a:endParaRPr lang="en-US" sz="4400" b="0" u="none" strike="noStrike">
              <a:solidFill>
                <a:srgbClr val="000000"/>
              </a:solidFill>
              <a:effectLst/>
              <a:uFillTx/>
              <a:latin typeface="Arial"/>
            </a:endParaRPr>
          </a:p>
        </p:txBody>
      </p:sp>
      <p:sp>
        <p:nvSpPr>
          <p:cNvPr id="96" name="PlaceHolder 2"/>
          <p:cNvSpPr>
            <a:spLocks noGrp="1"/>
          </p:cNvSpPr>
          <p:nvPr>
            <p:ph type="subTitle"/>
          </p:nvPr>
        </p:nvSpPr>
        <p:spPr>
          <a:xfrm>
            <a:off x="504000" y="2583000"/>
            <a:ext cx="9070560" cy="77436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Explainf the pl/sql logic abouy functions and triggers we could merge it with the previous slide id the info is too litle</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 Component</a:t>
            </a:r>
            <a:endParaRPr lang="en-US" sz="4400" b="0" u="none" strike="noStrike">
              <a:solidFill>
                <a:srgbClr val="000000"/>
              </a:solidFill>
              <a:effectLst/>
              <a:uFillTx/>
              <a:latin typeface="Arial"/>
            </a:endParaRPr>
          </a:p>
        </p:txBody>
      </p:sp>
      <p:sp>
        <p:nvSpPr>
          <p:cNvPr id="98" name="PlaceHolder 2"/>
          <p:cNvSpPr>
            <a:spLocks noGrp="1"/>
          </p:cNvSpPr>
          <p:nvPr>
            <p:ph type="subTitle"/>
          </p:nvPr>
        </p:nvSpPr>
        <p:spPr>
          <a:xfrm>
            <a:off x="457200" y="1828800"/>
            <a:ext cx="10972440" cy="3428640"/>
          </a:xfrm>
          <a:prstGeom prst="rect">
            <a:avLst/>
          </a:prstGeom>
          <a:noFill/>
          <a:ln w="0">
            <a:noFill/>
          </a:ln>
        </p:spPr>
        <p:txBody>
          <a:bodyPr lIns="0" rIns="0" tIns="0" bIns="0" anchor="ctr">
            <a:noAutofit/>
          </a:bodyPr>
          <a:p>
            <a:pPr indent="0">
              <a:lnSpc>
                <a:spcPct val="100000"/>
              </a:lnSpc>
              <a:buNone/>
              <a:tabLst>
                <a:tab algn="l" pos="0"/>
              </a:tabLst>
            </a:pPr>
            <a:r>
              <a:rPr lang="en-US" sz="3200" b="0" u="none" strike="noStrike">
                <a:solidFill>
                  <a:srgbClr val="000000"/>
                </a:solidFill>
                <a:effectLst/>
                <a:uFillTx/>
                <a:latin typeface="Arial"/>
              </a:rPr>
              <a:t>The C++ component is functioning as a business logic part as well as a partial database initialization part.</a:t>
            </a:r>
            <a:endParaRPr lang="en-US" sz="3200" b="0" u="none" strike="noStrike">
              <a:solidFill>
                <a:srgbClr val="000000"/>
              </a:solidFill>
              <a:effectLst/>
              <a:uFillTx/>
              <a:latin typeface="Arial"/>
            </a:endParaRPr>
          </a:p>
          <a:p>
            <a:pPr indent="0">
              <a:lnSpc>
                <a:spcPct val="100000"/>
              </a:lnSpc>
              <a:buNone/>
              <a:tabLst>
                <a:tab algn="l" pos="0"/>
              </a:tabLst>
            </a:pPr>
            <a:endParaRPr lang="en-US" sz="3200" b="0" u="none" strike="noStrike">
              <a:solidFill>
                <a:srgbClr val="000000"/>
              </a:solidFill>
              <a:effectLst/>
              <a:uFillTx/>
              <a:latin typeface="Arial"/>
            </a:endParaRPr>
          </a:p>
          <a:p>
            <a:pPr indent="0">
              <a:lnSpc>
                <a:spcPct val="100000"/>
              </a:lnSpc>
              <a:buNone/>
              <a:tabLst>
                <a:tab algn="l" pos="0"/>
              </a:tabLst>
            </a:pPr>
            <a:r>
              <a:rPr lang="en-US" sz="3200" b="0" u="none" strike="noStrike">
                <a:solidFill>
                  <a:srgbClr val="000000"/>
                </a:solidFill>
                <a:effectLst/>
                <a:uFillTx/>
                <a:latin typeface="Arial"/>
              </a:rPr>
              <a:t>The business logic part is the main program while the random data generator is the initialization part.</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Testing &amp; Validation</a:t>
            </a:r>
            <a:endParaRPr lang="en-US" sz="4400" b="0" u="none" strike="noStrike">
              <a:solidFill>
                <a:srgbClr val="000000"/>
              </a:solidFill>
              <a:effectLst/>
              <a:uFillTx/>
              <a:latin typeface="Arial"/>
            </a:endParaRPr>
          </a:p>
        </p:txBody>
      </p:sp>
      <p:sp>
        <p:nvSpPr>
          <p:cNvPr id="100" name="PlaceHolder 2"/>
          <p:cNvSpPr>
            <a:spLocks noGrp="1"/>
          </p:cNvSpPr>
          <p:nvPr>
            <p:ph type="subTitle"/>
          </p:nvPr>
        </p:nvSpPr>
        <p:spPr>
          <a:xfrm>
            <a:off x="504000" y="2776680"/>
            <a:ext cx="9070560" cy="38664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The testing we did and what we expectes vs what we got</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Challenges</a:t>
            </a:r>
            <a:endParaRPr lang="en-US" sz="4400" b="0" u="none" strike="noStrike">
              <a:solidFill>
                <a:srgbClr val="000000"/>
              </a:solidFill>
              <a:effectLst/>
              <a:uFillTx/>
              <a:latin typeface="Arial"/>
            </a:endParaRPr>
          </a:p>
        </p:txBody>
      </p:sp>
      <p:sp>
        <p:nvSpPr>
          <p:cNvPr id="102" name="PlaceHolder 2"/>
          <p:cNvSpPr>
            <a:spLocks noGrp="1"/>
          </p:cNvSpPr>
          <p:nvPr>
            <p:ph type="subTitle"/>
          </p:nvPr>
        </p:nvSpPr>
        <p:spPr>
          <a:xfrm>
            <a:off x="530280" y="1600200"/>
            <a:ext cx="10670760" cy="4343040"/>
          </a:xfrm>
          <a:prstGeom prst="rect">
            <a:avLst/>
          </a:prstGeom>
          <a:noFill/>
          <a:ln w="0">
            <a:noFill/>
          </a:ln>
        </p:spPr>
        <p:txBody>
          <a:bodyPr lIns="0" rIns="0" tIns="0" bIns="0" anchor="ctr">
            <a:noAutofit/>
          </a:bodyPr>
          <a:p>
            <a:pPr indent="0">
              <a:lnSpc>
                <a:spcPct val="100000"/>
              </a:lnSpc>
              <a:buNone/>
              <a:tabLst>
                <a:tab algn="l" pos="0"/>
              </a:tabLst>
            </a:pPr>
            <a:r>
              <a:rPr lang="en-US" sz="3200" b="0" u="none" strike="noStrike">
                <a:solidFill>
                  <a:srgbClr val="000000"/>
                </a:solidFill>
                <a:effectLst/>
                <a:uFillTx/>
                <a:latin typeface="Arial"/>
              </a:rPr>
              <a:t>There were many challenges. Mainly</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Demo</a:t>
            </a:r>
            <a:endParaRPr lang="en-US" sz="4400" b="0" u="none" strike="noStrike">
              <a:solidFill>
                <a:srgbClr val="000000"/>
              </a:solidFill>
              <a:effectLst/>
              <a:uFillTx/>
              <a:latin typeface="Arial"/>
            </a:endParaRPr>
          </a:p>
        </p:txBody>
      </p:sp>
      <p:sp>
        <p:nvSpPr>
          <p:cNvPr id="104" name="PlaceHolder 2"/>
          <p:cNvSpPr>
            <a:spLocks noGrp="1"/>
          </p:cNvSpPr>
          <p:nvPr>
            <p:ph type="subTitle"/>
          </p:nvPr>
        </p:nvSpPr>
        <p:spPr>
          <a:xfrm>
            <a:off x="504000" y="1600200"/>
            <a:ext cx="10925640" cy="434304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Not the company, the demonstration! : )</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Results</a:t>
            </a:r>
            <a:endParaRPr lang="en-US" sz="4400" b="0" u="none" strike="noStrike">
              <a:solidFill>
                <a:srgbClr val="000000"/>
              </a:solidFill>
              <a:effectLst/>
              <a:uFillTx/>
              <a:latin typeface="Arial"/>
            </a:endParaRPr>
          </a:p>
        </p:txBody>
      </p:sp>
      <p:sp>
        <p:nvSpPr>
          <p:cNvPr id="106" name="PlaceHolder 2"/>
          <p:cNvSpPr>
            <a:spLocks noGrp="1"/>
          </p:cNvSpPr>
          <p:nvPr>
            <p:ph type="subTitle"/>
          </p:nvPr>
        </p:nvSpPr>
        <p:spPr>
          <a:xfrm>
            <a:off x="504000" y="1371600"/>
            <a:ext cx="10011240" cy="4343040"/>
          </a:xfrm>
          <a:prstGeom prst="rect">
            <a:avLst/>
          </a:prstGeom>
          <a:noFill/>
          <a:ln w="0">
            <a:noFill/>
          </a:ln>
        </p:spPr>
        <p:txBody>
          <a:bodyPr lIns="0" rIns="0" tIns="0" bIns="0" anchor="ctr">
            <a:noAutofit/>
          </a:bodyPr>
          <a:p>
            <a:pPr indent="0">
              <a:lnSpc>
                <a:spcPct val="100000"/>
              </a:lnSpc>
              <a:buNone/>
              <a:tabLst>
                <a:tab algn="l" pos="0"/>
              </a:tabLst>
            </a:pPr>
            <a:r>
              <a:rPr lang="en-US" sz="3200" b="0" u="none" strike="noStrike">
                <a:solidFill>
                  <a:srgbClr val="000000"/>
                </a:solidFill>
                <a:effectLst/>
                <a:uFillTx/>
                <a:latin typeface="Arial"/>
              </a:rPr>
              <a:t>We have successfully made a system that:</a:t>
            </a:r>
            <a:endParaRPr lang="en-US" sz="3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lang="en-US" sz="3200" b="0" u="none" strike="noStrike">
                <a:solidFill>
                  <a:srgbClr val="000000"/>
                </a:solidFill>
                <a:effectLst/>
                <a:uFillTx/>
                <a:latin typeface="Arial"/>
              </a:rPr>
              <a:t>Organizes toats per order.</a:t>
            </a:r>
            <a:endParaRPr lang="en-US" sz="3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lang="en-US" sz="3200" b="0" u="none" strike="noStrike">
                <a:solidFill>
                  <a:srgbClr val="000000"/>
                </a:solidFill>
                <a:effectLst/>
                <a:uFillTx/>
                <a:latin typeface="Arial"/>
              </a:rPr>
              <a:t>Organizes the products per toat</a:t>
            </a:r>
            <a:endParaRPr lang="en-US" sz="3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tabLst>
                <a:tab algn="l" pos="0"/>
              </a:tabLst>
            </a:pPr>
            <a:r>
              <a:rPr lang="en-US" sz="3200" b="0" u="none" strike="noStrike">
                <a:solidFill>
                  <a:srgbClr val="000000"/>
                </a:solidFill>
                <a:effectLst/>
                <a:uFillTx/>
                <a:latin typeface="Arial"/>
              </a:rPr>
              <a:t>Completes orders </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Future Improvements</a:t>
            </a:r>
            <a:endParaRPr lang="en-US" sz="4400" b="0" u="none" strike="noStrike">
              <a:solidFill>
                <a:srgbClr val="000000"/>
              </a:solidFill>
              <a:effectLst/>
              <a:uFillTx/>
              <a:latin typeface="Arial"/>
            </a:endParaRPr>
          </a:p>
        </p:txBody>
      </p:sp>
      <p:sp>
        <p:nvSpPr>
          <p:cNvPr id="108" name="PlaceHolder 2"/>
          <p:cNvSpPr>
            <a:spLocks noGrp="1"/>
          </p:cNvSpPr>
          <p:nvPr>
            <p:ph type="subTitle"/>
          </p:nvPr>
        </p:nvSpPr>
        <p:spPr>
          <a:xfrm>
            <a:off x="504000" y="2776680"/>
            <a:ext cx="9070560" cy="386640"/>
          </a:xfrm>
          <a:prstGeom prst="rect">
            <a:avLst/>
          </a:prstGeom>
          <a:noFill/>
          <a:ln w="0">
            <a:noFill/>
          </a:ln>
        </p:spPr>
        <p:txBody>
          <a:bodyPr lIns="0" rIns="0" tIns="0" bIns="0" anchor="ctr">
            <a:noAutofit/>
          </a:bodyPr>
          <a:p>
            <a:pPr indent="0" defTabSz="914400">
              <a:lnSpc>
                <a:spcPct val="90000"/>
              </a:lnSpc>
              <a:spcBef>
                <a:spcPts val="1001"/>
              </a:spcBef>
              <a:buNone/>
              <a:tabLst>
                <a:tab algn="l" pos="0"/>
              </a:tabLst>
            </a:pPr>
            <a:r>
              <a:rPr lang="en-US" sz="2800" b="0" u="none" strike="noStrike">
                <a:solidFill>
                  <a:schemeClr val="dk1"/>
                </a:solidFill>
                <a:effectLst/>
                <a:uFillTx/>
                <a:latin typeface="Calibri"/>
              </a:rPr>
              <a:t>The things we can change and improve</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Conclusion</a:t>
            </a:r>
            <a:endParaRPr lang="en-US" sz="4400" b="0" u="none" strike="noStrike">
              <a:solidFill>
                <a:srgbClr val="000000"/>
              </a:solidFill>
              <a:effectLst/>
              <a:uFillTx/>
              <a:latin typeface="Arial"/>
            </a:endParaRPr>
          </a:p>
        </p:txBody>
      </p:sp>
      <p:sp>
        <p:nvSpPr>
          <p:cNvPr id="110" name="PlaceHolder 2"/>
          <p:cNvSpPr>
            <a:spLocks noGrp="1"/>
          </p:cNvSpPr>
          <p:nvPr>
            <p:ph type="subTitle"/>
          </p:nvPr>
        </p:nvSpPr>
        <p:spPr>
          <a:xfrm>
            <a:off x="504000" y="1614960"/>
            <a:ext cx="9070560" cy="2710440"/>
          </a:xfrm>
          <a:prstGeom prst="rect">
            <a:avLst/>
          </a:prstGeom>
          <a:noFill/>
          <a:ln w="0">
            <a:noFill/>
          </a:ln>
        </p:spPr>
        <p:txBody>
          <a:bodyPr lIns="0" rIns="0" tIns="0" bIns="0" anchor="ctr">
            <a:noAutofit/>
          </a:bodyPr>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Built a complete simulation system </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Demonstrated technical readiness </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Supports warehouse commissioning </a:t>
            </a:r>
            <a:endParaRPr lang="en-US" sz="2800" b="0" u="none" strike="noStrike">
              <a:solidFill>
                <a:srgbClr val="000000"/>
              </a:solidFill>
              <a:effectLst/>
              <a:uFillTx/>
              <a:latin typeface="Arial"/>
            </a:endParaRPr>
          </a:p>
          <a:p>
            <a:pPr marL="228600" indent="-228600" defTabSz="914400">
              <a:lnSpc>
                <a:spcPct val="90000"/>
              </a:lnSpc>
              <a:spcBef>
                <a:spcPts val="1001"/>
              </a:spcBef>
              <a:buClr>
                <a:srgbClr val="000000"/>
              </a:buClr>
              <a:buFont typeface="Arial"/>
              <a:buChar char="•"/>
            </a:pPr>
            <a:br>
              <a:rPr sz="2800"/>
            </a:br>
            <a:br>
              <a:rPr sz="2800"/>
            </a:br>
            <a:r>
              <a:rPr lang="en-US" sz="2800" b="0" u="none" strike="noStrike">
                <a:solidFill>
                  <a:schemeClr val="dk1"/>
                </a:solidFill>
                <a:effectLst/>
                <a:uFillTx/>
                <a:latin typeface="Calibri"/>
              </a:rPr>
              <a:t>or something else corny</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type="title"/>
          </p:nvPr>
        </p:nvSpPr>
        <p:spPr>
          <a:xfrm>
            <a:off x="504000" y="394560"/>
            <a:ext cx="9070560" cy="60840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Thank you </a:t>
            </a:r>
            <a:endParaRPr lang="en-US" sz="4400" b="0" u="none" strike="noStrike">
              <a:solidFill>
                <a:srgbClr val="000000"/>
              </a:solidFill>
              <a:effectLst/>
              <a:uFillTx/>
              <a:latin typeface="Arial"/>
            </a:endParaRPr>
          </a:p>
        </p:txBody>
      </p:sp>
      <p:sp>
        <p:nvSpPr>
          <p:cNvPr id="112" name="PlaceHolder 2"/>
          <p:cNvSpPr>
            <a:spLocks noGrp="1"/>
          </p:cNvSpPr>
          <p:nvPr>
            <p:ph type="subTitle"/>
          </p:nvPr>
        </p:nvSpPr>
        <p:spPr>
          <a:xfrm>
            <a:off x="504000" y="1600200"/>
            <a:ext cx="10468440" cy="4343040"/>
          </a:xfrm>
          <a:prstGeom prst="rect">
            <a:avLst/>
          </a:prstGeom>
          <a:noFill/>
          <a:ln w="0">
            <a:noFill/>
          </a:ln>
        </p:spPr>
        <p:txBody>
          <a:bodyPr lIns="0" rIns="0" tIns="0" bIns="0" anchor="ctr">
            <a:noAutofit/>
          </a:bodyPr>
          <a:p>
            <a:pPr indent="0" algn="ctr">
              <a:lnSpc>
                <a:spcPct val="100000"/>
              </a:lnSpc>
              <a:buNone/>
              <a:tabLst>
                <a:tab algn="l" pos="0"/>
              </a:tabLst>
            </a:pPr>
            <a:r>
              <a:rPr lang="en-US" sz="3200" b="0" u="none" strike="noStrike">
                <a:solidFill>
                  <a:srgbClr val="000000"/>
                </a:solidFill>
                <a:effectLst/>
                <a:uFillTx/>
                <a:latin typeface="Arial"/>
              </a:rPr>
              <a:t>Really, thank you!</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2013 - 2022 Theme">
  <a:themeElements>
    <a:clrScheme name="Office 2013 - 2022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202</TotalTime>
  <Application>LibreOffice/25.8.6.2$Linux_X86_64 LibreOffice_project/a46b460d1686bb49c718d2ef5f88b83ff2dc4981</Application>
  <AppVersion>15.0000</AppVersion>
  <Words>357</Words>
  <Paragraphs>52</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2026-04-25T18:12:48Z</dcterms:created>
  <dc:creator/>
  <dc:description/>
  <dc:language>en-US</dc:language>
  <cp:lastModifiedBy/>
  <dcterms:modified xsi:type="dcterms:W3CDTF">2026-04-27T18:53:11Z</dcterms:modified>
  <cp:revision>16</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21</vt:i4>
  </property>
</Properties>
</file>