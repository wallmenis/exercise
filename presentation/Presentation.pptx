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9.xml" ContentType="application/vnd.openxmlformats-officedocument.presentationml.slideLayout+xml"/>
  <Override PartName="/ppt/presProps.xml" ContentType="application/vnd.openxmlformats-officedocument.presentationml.presProps+xml"/>
  <Override PartName="/ppt/slides/slide12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6.xml" ContentType="application/vnd.openxmlformats-officedocument.presentationml.slide+xml"/>
  <Override PartName="/ppt/slides/slide14.xml" ContentType="application/vnd.openxmlformats-officedocument.presentationml.slide+xml"/>
  <Override PartName="/ppt/slides/slide21.xml" ContentType="application/vnd.openxmlformats-officedocument.presentationml.slide+xml"/>
  <Override PartName="/ppt/slides/slide15.xml" ContentType="application/vnd.openxmlformats-officedocument.presentationml.slide+xml"/>
  <Override PartName="/ppt/slides/slide3.xml" ContentType="application/vnd.openxmlformats-officedocument.presentationml.slide+xml"/>
  <Override PartName="/ppt/slides/slide20.xml" ContentType="application/vnd.openxmlformats-officedocument.presentationml.slide+xml"/>
  <Override PartName="/ppt/slides/slide18.xml" ContentType="application/vnd.openxmlformats-officedocument.presentationml.slide+xml"/>
  <Override PartName="/ppt/slides/slide1.xml" ContentType="application/vnd.openxmlformats-officedocument.presentationml.slide+xml"/>
  <Override PartName="/ppt/slides/slide16.xml" ContentType="application/vnd.openxmlformats-officedocument.presentationml.slide+xml"/>
  <Override PartName="/ppt/slides/slide7.xml" ContentType="application/vnd.openxmlformats-officedocument.presentationml.slide+xml"/>
  <Override PartName="/ppt/slides/slide2.xml" ContentType="application/vnd.openxmlformats-officedocument.presentationml.slide+xml"/>
  <Override PartName="/ppt/slides/slide17.xml" ContentType="application/vnd.openxmlformats-officedocument.presentationml.slide+xml"/>
  <Override PartName="/ppt/slides/slide13.xml" ContentType="application/vnd.openxmlformats-officedocument.presentationml.slide+xml"/>
  <Override PartName="/ppt/slides/slide9.xml" ContentType="application/vnd.openxmlformats-officedocument.presentationml.slide+xml"/>
  <Override PartName="/ppt/slides/slide4.xml" ContentType="application/vnd.openxmlformats-officedocument.presentationml.slide+xml"/>
  <Override PartName="/ppt/slides/slide11.xml" ContentType="application/vnd.openxmlformats-officedocument.presentationml.slide+xml"/>
  <Override PartName="/ppt/slides/slide19.xml" ContentType="application/vnd.openxmlformats-officedocument.presentationml.slide+xml"/>
  <Override PartName="/ppt/slides/slide5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slide" Target="slides/slide21.xml"/><Relationship Id="rId24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dt" idx="1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C2742024-3585-4E71-A041-CE7C3D6270F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5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dt" idx="4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ftr" idx="5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sldNum" idx="6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C0FFEE19-FC0A-412F-AE3C-1090BD829A0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5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31560" cy="1599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body"/>
          </p:nvPr>
        </p:nvSpPr>
        <p:spPr>
          <a:xfrm>
            <a:off x="5183280" y="987480"/>
            <a:ext cx="6171480" cy="4872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 type="body"/>
          </p:nvPr>
        </p:nvSpPr>
        <p:spPr>
          <a:xfrm>
            <a:off x="839880" y="2057400"/>
            <a:ext cx="3931560" cy="381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PlaceHolder 4"/>
          <p:cNvSpPr>
            <a:spLocks noGrp="1"/>
          </p:cNvSpPr>
          <p:nvPr>
            <p:ph type="dt" idx="7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" name="PlaceHolder 5"/>
          <p:cNvSpPr>
            <a:spLocks noGrp="1"/>
          </p:cNvSpPr>
          <p:nvPr>
            <p:ph type="ftr" idx="8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6"/>
          <p:cNvSpPr>
            <a:spLocks noGrp="1"/>
          </p:cNvSpPr>
          <p:nvPr>
            <p:ph type="sldNum" idx="9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3C29EE43-0034-48D3-A00F-52C5E7CE35D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5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31560" cy="1599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 type="body"/>
          </p:nvPr>
        </p:nvSpPr>
        <p:spPr>
          <a:xfrm>
            <a:off x="5183280" y="987480"/>
            <a:ext cx="6171480" cy="4872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icon to add picture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 type="body"/>
          </p:nvPr>
        </p:nvSpPr>
        <p:spPr>
          <a:xfrm>
            <a:off x="839880" y="2057400"/>
            <a:ext cx="3931560" cy="381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 type="dt" idx="10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5"/>
          <p:cNvSpPr>
            <a:spLocks noGrp="1"/>
          </p:cNvSpPr>
          <p:nvPr>
            <p:ph type="ftr" idx="11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6"/>
          <p:cNvSpPr>
            <a:spLocks noGrp="1"/>
          </p:cNvSpPr>
          <p:nvPr>
            <p:ph type="sldNum" idx="12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A6F06A57-07F1-4A4F-9546-69AD1D76CD9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5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280" cy="2386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  <a:endParaRPr lang="en-US" sz="6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dt" idx="13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ftr" idx="14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sldNum" idx="15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BD70574C-E449-4187-BB37-392FA6A1ABD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5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4880" cy="4350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PlaceHolder 3"/>
          <p:cNvSpPr>
            <a:spLocks noGrp="1"/>
          </p:cNvSpPr>
          <p:nvPr>
            <p:ph type="dt" idx="16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" name="PlaceHolder 4"/>
          <p:cNvSpPr>
            <a:spLocks noGrp="1"/>
          </p:cNvSpPr>
          <p:nvPr>
            <p:ph type="ftr" idx="17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" name="PlaceHolder 5"/>
          <p:cNvSpPr>
            <a:spLocks noGrp="1"/>
          </p:cNvSpPr>
          <p:nvPr>
            <p:ph type="sldNum" idx="18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7A037D1A-92FB-4059-A423-4CDB695B5EE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5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PlaceHolder 1"/>
          <p:cNvSpPr>
            <a:spLocks noGrp="1"/>
          </p:cNvSpPr>
          <p:nvPr>
            <p:ph type="title"/>
          </p:nvPr>
        </p:nvSpPr>
        <p:spPr>
          <a:xfrm>
            <a:off x="8724960" y="365040"/>
            <a:ext cx="2628360" cy="5811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PlaceHolder 2"/>
          <p:cNvSpPr>
            <a:spLocks noGrp="1"/>
          </p:cNvSpPr>
          <p:nvPr>
            <p:ph type="body"/>
          </p:nvPr>
        </p:nvSpPr>
        <p:spPr>
          <a:xfrm>
            <a:off x="838080" y="365040"/>
            <a:ext cx="7733520" cy="5811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PlaceHolder 3"/>
          <p:cNvSpPr>
            <a:spLocks noGrp="1"/>
          </p:cNvSpPr>
          <p:nvPr>
            <p:ph type="dt" idx="19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" name="PlaceHolder 4"/>
          <p:cNvSpPr>
            <a:spLocks noGrp="1"/>
          </p:cNvSpPr>
          <p:nvPr>
            <p:ph type="ftr" idx="20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" name="PlaceHolder 5"/>
          <p:cNvSpPr>
            <a:spLocks noGrp="1"/>
          </p:cNvSpPr>
          <p:nvPr>
            <p:ph type="sldNum" idx="21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4A6AB0C7-70AB-4C65-8D2F-4CADCA917C4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5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"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laceHolder 1"/>
          <p:cNvSpPr>
            <a:spLocks noGrp="1"/>
          </p:cNvSpPr>
          <p:nvPr>
            <p:ph type="title"/>
          </p:nvPr>
        </p:nvSpPr>
        <p:spPr>
          <a:xfrm>
            <a:off x="504000" y="561240"/>
            <a:ext cx="907092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PlaceHolder 2"/>
          <p:cNvSpPr>
            <a:spLocks noGrp="1"/>
          </p:cNvSpPr>
          <p:nvPr>
            <p:ph type="ftr" idx="22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PlaceHolder 3"/>
          <p:cNvSpPr>
            <a:spLocks noGrp="1"/>
          </p:cNvSpPr>
          <p:nvPr>
            <p:ph type="sldNum" idx="23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F43A10F2-FF7E-4C39-AB1C-5903891835A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5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4"/>
          <p:cNvSpPr>
            <a:spLocks noGrp="1"/>
          </p:cNvSpPr>
          <p:nvPr>
            <p:ph type="dt" idx="24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4880" cy="4350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dt" idx="25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4"/>
          <p:cNvSpPr>
            <a:spLocks noGrp="1"/>
          </p:cNvSpPr>
          <p:nvPr>
            <p:ph type="ftr" idx="26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&lt;footer&gt;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" name="PlaceHolder 5"/>
          <p:cNvSpPr>
            <a:spLocks noGrp="1"/>
          </p:cNvSpPr>
          <p:nvPr>
            <p:ph type="sldNum" idx="27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8B4D1B01-614C-436F-88FC-8E0DDA6F8FB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831960" y="1709640"/>
            <a:ext cx="10514880" cy="2851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  <a:endParaRPr lang="en-US" sz="6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 type="body"/>
          </p:nvPr>
        </p:nvSpPr>
        <p:spPr>
          <a:xfrm>
            <a:off x="831960" y="4589640"/>
            <a:ext cx="10514880" cy="1499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n-US" sz="24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PlaceHolder 3"/>
          <p:cNvSpPr>
            <a:spLocks noGrp="1"/>
          </p:cNvSpPr>
          <p:nvPr>
            <p:ph type="dt" idx="28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PlaceHolder 4"/>
          <p:cNvSpPr>
            <a:spLocks noGrp="1"/>
          </p:cNvSpPr>
          <p:nvPr>
            <p:ph type="ftr" idx="29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&lt;footer&gt;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" name="PlaceHolder 5"/>
          <p:cNvSpPr>
            <a:spLocks noGrp="1"/>
          </p:cNvSpPr>
          <p:nvPr>
            <p:ph type="sldNum" idx="30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965467C4-9A7D-4B06-8337-A08C1997ABB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5180760" cy="4350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 type="body"/>
          </p:nvPr>
        </p:nvSpPr>
        <p:spPr>
          <a:xfrm>
            <a:off x="6172200" y="1825560"/>
            <a:ext cx="5180760" cy="4350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PlaceHolder 4"/>
          <p:cNvSpPr>
            <a:spLocks noGrp="1"/>
          </p:cNvSpPr>
          <p:nvPr>
            <p:ph type="dt" idx="31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PlaceHolder 5"/>
          <p:cNvSpPr>
            <a:spLocks noGrp="1"/>
          </p:cNvSpPr>
          <p:nvPr>
            <p:ph type="ftr" idx="32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&lt;footer&gt;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" name="PlaceHolder 6"/>
          <p:cNvSpPr>
            <a:spLocks noGrp="1"/>
          </p:cNvSpPr>
          <p:nvPr>
            <p:ph type="sldNum" idx="33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D8C205E2-054E-4E0E-B69D-21B00B5BB08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PlaceHolder 1"/>
          <p:cNvSpPr>
            <a:spLocks noGrp="1"/>
          </p:cNvSpPr>
          <p:nvPr>
            <p:ph type="title"/>
          </p:nvPr>
        </p:nvSpPr>
        <p:spPr>
          <a:xfrm>
            <a:off x="8398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PlaceHolder 2"/>
          <p:cNvSpPr>
            <a:spLocks noGrp="1"/>
          </p:cNvSpPr>
          <p:nvPr>
            <p:ph type="body"/>
          </p:nvPr>
        </p:nvSpPr>
        <p:spPr>
          <a:xfrm>
            <a:off x="839880" y="1681200"/>
            <a:ext cx="5157000" cy="823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PlaceHolder 3"/>
          <p:cNvSpPr>
            <a:spLocks noGrp="1"/>
          </p:cNvSpPr>
          <p:nvPr>
            <p:ph type="body"/>
          </p:nvPr>
        </p:nvSpPr>
        <p:spPr>
          <a:xfrm>
            <a:off x="839880" y="2505240"/>
            <a:ext cx="5157000" cy="368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PlaceHolder 4"/>
          <p:cNvSpPr>
            <a:spLocks noGrp="1"/>
          </p:cNvSpPr>
          <p:nvPr>
            <p:ph type="body"/>
          </p:nvPr>
        </p:nvSpPr>
        <p:spPr>
          <a:xfrm>
            <a:off x="6172200" y="1681200"/>
            <a:ext cx="5182560" cy="823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PlaceHolder 5"/>
          <p:cNvSpPr>
            <a:spLocks noGrp="1"/>
          </p:cNvSpPr>
          <p:nvPr>
            <p:ph type="body"/>
          </p:nvPr>
        </p:nvSpPr>
        <p:spPr>
          <a:xfrm>
            <a:off x="6172200" y="2505240"/>
            <a:ext cx="5182560" cy="368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PlaceHolder 6"/>
          <p:cNvSpPr>
            <a:spLocks noGrp="1"/>
          </p:cNvSpPr>
          <p:nvPr>
            <p:ph type="dt" idx="34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" name="PlaceHolder 7"/>
          <p:cNvSpPr>
            <a:spLocks noGrp="1"/>
          </p:cNvSpPr>
          <p:nvPr>
            <p:ph type="ftr" idx="35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&lt;footer&gt;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" name="PlaceHolder 8"/>
          <p:cNvSpPr>
            <a:spLocks noGrp="1"/>
          </p:cNvSpPr>
          <p:nvPr>
            <p:ph type="sldNum" idx="36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5E5CC5A9-FB8B-47CC-8D44-CAB6607A921B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8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8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slideLayout" Target="../slideLayouts/slideLayout8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4" name="Picture 8"/>
          <p:cNvPicPr/>
          <p:nvPr/>
        </p:nvPicPr>
        <p:blipFill>
          <a:blip r:embed="rId1"/>
          <a:stretch/>
        </p:blipFill>
        <p:spPr>
          <a:xfrm>
            <a:off x="0" y="0"/>
            <a:ext cx="12191400" cy="6857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5" name="PlaceHolder 1"/>
          <p:cNvSpPr>
            <a:spLocks noGrp="1"/>
          </p:cNvSpPr>
          <p:nvPr>
            <p:ph type="title"/>
          </p:nvPr>
        </p:nvSpPr>
        <p:spPr>
          <a:xfrm>
            <a:off x="478080" y="1122480"/>
            <a:ext cx="5343480" cy="3203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rmAutofit/>
          </a:bodyPr>
          <a:p>
            <a:pPr indent="0" defTabSz="1105920">
              <a:lnSpc>
                <a:spcPct val="90000"/>
              </a:lnSpc>
              <a:buNone/>
              <a:tabLst>
                <a:tab algn="l" pos="0"/>
              </a:tabLst>
            </a:pP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The FlowCore Warehouse Project</a:t>
            </a:r>
            <a:endParaRPr lang="en-US" sz="6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PlaceHolder 2"/>
          <p:cNvSpPr>
            <a:spLocks noGrp="1"/>
          </p:cNvSpPr>
          <p:nvPr>
            <p:ph type="subTitle"/>
          </p:nvPr>
        </p:nvSpPr>
        <p:spPr>
          <a:xfrm>
            <a:off x="478080" y="4872960"/>
            <a:ext cx="4022640" cy="1207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indent="0" defTabSz="1105920">
              <a:lnSpc>
                <a:spcPct val="90000"/>
              </a:lnSpc>
              <a:spcBef>
                <a:spcPts val="1001"/>
              </a:spcBef>
              <a:spcAft>
                <a:spcPts val="601"/>
              </a:spcAft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Krallis Dimosthenis and Ioanna Tagara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67" name="Straight Connector 3"/>
          <p:cNvCxnSpPr/>
          <p:nvPr/>
        </p:nvCxnSpPr>
        <p:spPr>
          <a:xfrm>
            <a:off x="375840" y="4775040"/>
            <a:ext cx="4125960" cy="720"/>
          </a:xfrm>
          <a:prstGeom prst="straightConnector1">
            <a:avLst/>
          </a:prstGeom>
          <a:ln w="0">
            <a:solidFill>
              <a:srgbClr val="000000"/>
            </a:solidFill>
          </a:ln>
        </p:spPr>
      </p:cxn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PlaceHolder 1"/>
          <p:cNvSpPr>
            <a:spLocks noGrp="1"/>
          </p:cNvSpPr>
          <p:nvPr>
            <p:ph type="title"/>
          </p:nvPr>
        </p:nvSpPr>
        <p:spPr>
          <a:xfrm>
            <a:off x="504000" y="394560"/>
            <a:ext cx="9070920" cy="608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Team Introduction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Subtitle 2"/>
          <p:cNvSpPr/>
          <p:nvPr/>
        </p:nvSpPr>
        <p:spPr>
          <a:xfrm>
            <a:off x="504000" y="1674720"/>
            <a:ext cx="9070920" cy="138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defTabSz="914400">
              <a:lnSpc>
                <a:spcPct val="90000"/>
              </a:lnSpc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Dimos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What he worked on and what he will present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PlaceHolder 2"/>
          <p:cNvSpPr>
            <a:spLocks noGrp="1"/>
          </p:cNvSpPr>
          <p:nvPr>
            <p:ph type="subTitle"/>
          </p:nvPr>
        </p:nvSpPr>
        <p:spPr>
          <a:xfrm>
            <a:off x="504000" y="3733560"/>
            <a:ext cx="9070920" cy="774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Ioanna 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What she worked on and what she will precent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PlaceHolder 1"/>
          <p:cNvSpPr>
            <a:spLocks noGrp="1"/>
          </p:cNvSpPr>
          <p:nvPr>
            <p:ph type="title"/>
          </p:nvPr>
        </p:nvSpPr>
        <p:spPr>
          <a:xfrm>
            <a:off x="504000" y="394560"/>
            <a:ext cx="9070920" cy="608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Project Overview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PlaceHolder 2"/>
          <p:cNvSpPr>
            <a:spLocks noGrp="1"/>
          </p:cNvSpPr>
          <p:nvPr>
            <p:ph type="subTitle"/>
          </p:nvPr>
        </p:nvSpPr>
        <p:spPr>
          <a:xfrm>
            <a:off x="504000" y="2583000"/>
            <a:ext cx="9070920" cy="774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Here we will say about the general project idea that is a warehouse system and its purpose 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PlaceHolder 1"/>
          <p:cNvSpPr>
            <a:spLocks noGrp="1"/>
          </p:cNvSpPr>
          <p:nvPr>
            <p:ph type="title"/>
          </p:nvPr>
        </p:nvSpPr>
        <p:spPr>
          <a:xfrm>
            <a:off x="504000" y="394560"/>
            <a:ext cx="9070920" cy="608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Scope of Our Solution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PlaceHolder 2"/>
          <p:cNvSpPr>
            <a:spLocks noGrp="1"/>
          </p:cNvSpPr>
          <p:nvPr>
            <p:ph type="subTitle"/>
          </p:nvPr>
        </p:nvSpPr>
        <p:spPr>
          <a:xfrm>
            <a:off x="529920" y="1371600"/>
            <a:ext cx="10899720" cy="4571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This warehouse system simulation only covers the toat </a:t>
            </a: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filling and logging part. We fill the toats with the </a:t>
            </a: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selected products and log that info via the database </a:t>
            </a: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and text log files. 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Logging includes: 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When there is a connection with the database </a:t>
            </a: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happening.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What queries are being sent to the database.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Any errors related to pushing and pulling data to and </a:t>
            </a: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from the database. 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504000" y="394560"/>
            <a:ext cx="9070920" cy="608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Warehouse Process Flow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PlaceHolder 2"/>
          <p:cNvSpPr>
            <a:spLocks noGrp="1"/>
          </p:cNvSpPr>
          <p:nvPr>
            <p:ph type="subTitle"/>
          </p:nvPr>
        </p:nvSpPr>
        <p:spPr>
          <a:xfrm>
            <a:off x="504000" y="2388960"/>
            <a:ext cx="9070920" cy="1162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Maybe a diagram with thow the warehouse operates</a:t>
            </a:r>
            <a:br>
              <a:rPr sz="2800"/>
            </a:br>
            <a:br>
              <a:rPr sz="2800"/>
            </a:b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Items go from Receiving → Storage → Packing → Shipping 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PlaceHolder 1"/>
          <p:cNvSpPr>
            <a:spLocks noGrp="1"/>
          </p:cNvSpPr>
          <p:nvPr>
            <p:ph type="title"/>
          </p:nvPr>
        </p:nvSpPr>
        <p:spPr>
          <a:xfrm>
            <a:off x="504000" y="394560"/>
            <a:ext cx="9070920" cy="608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Business Rules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PlaceHolder 2"/>
          <p:cNvSpPr>
            <a:spLocks noGrp="1"/>
          </p:cNvSpPr>
          <p:nvPr>
            <p:ph type="subTitle"/>
          </p:nvPr>
        </p:nvSpPr>
        <p:spPr>
          <a:xfrm>
            <a:off x="504000" y="2583000"/>
            <a:ext cx="9070920" cy="774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The this that will take as granded like the storage is given ath restock is handled outside the system ect.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laceHolder 1"/>
          <p:cNvSpPr>
            <a:spLocks noGrp="1"/>
          </p:cNvSpPr>
          <p:nvPr>
            <p:ph type="title"/>
          </p:nvPr>
        </p:nvSpPr>
        <p:spPr>
          <a:xfrm>
            <a:off x="504000" y="394560"/>
            <a:ext cx="9070920" cy="608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System Architecture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PlaceHolder 2"/>
          <p:cNvSpPr>
            <a:spLocks noGrp="1"/>
          </p:cNvSpPr>
          <p:nvPr>
            <p:ph type="subTitle"/>
          </p:nvPr>
        </p:nvSpPr>
        <p:spPr>
          <a:xfrm>
            <a:off x="504000" y="2260800"/>
            <a:ext cx="9070920" cy="141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The structure of out system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We could use a user case diagram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1" name="Picture 2" descr="A Comprehensive Guide to Use Case Modeling - Visual Paradigm Guides"/>
          <p:cNvPicPr/>
          <p:nvPr/>
        </p:nvPicPr>
        <p:blipFill>
          <a:blip r:embed="rId1"/>
          <a:stretch/>
        </p:blipFill>
        <p:spPr>
          <a:xfrm>
            <a:off x="6095880" y="1266840"/>
            <a:ext cx="4665240" cy="43239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PlaceHolder 1"/>
          <p:cNvSpPr>
            <a:spLocks noGrp="1"/>
          </p:cNvSpPr>
          <p:nvPr>
            <p:ph type="title"/>
          </p:nvPr>
        </p:nvSpPr>
        <p:spPr>
          <a:xfrm>
            <a:off x="504000" y="394560"/>
            <a:ext cx="9070920" cy="608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Tech Stack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PlaceHolder 2"/>
          <p:cNvSpPr>
            <a:spLocks noGrp="1"/>
          </p:cNvSpPr>
          <p:nvPr>
            <p:ph type="subTitle"/>
          </p:nvPr>
        </p:nvSpPr>
        <p:spPr>
          <a:xfrm>
            <a:off x="504000" y="1442520"/>
            <a:ext cx="10925640" cy="49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The tech stack includes: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lang="en-US" sz="28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Modern C++</a:t>
            </a: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 for the business logic and UI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lang="en-US" sz="28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Nlohmann JSON</a:t>
            </a: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 for parsing JSON configuration files in C++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lang="en-US" sz="28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OCCI libraries</a:t>
            </a: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 for connecting the C++ components with the database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lang="en-US" sz="28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Oracle FreeSQL</a:t>
            </a: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 for our database solution.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lang="en-US" sz="28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Docker</a:t>
            </a: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 for deployment of the </a:t>
            </a:r>
            <a:r>
              <a:rPr lang="en-US" sz="28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Oracle Linux 9</a:t>
            </a: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 environment where the project runs.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lang="en-US" sz="28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Bash</a:t>
            </a: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 scripts for deployment and building automation as well as logging automation.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The </a:t>
            </a:r>
            <a:r>
              <a:rPr lang="en-US" sz="28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GNU Compiler Collection</a:t>
            </a: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 for C++ compilation.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PlaceHolder 1"/>
          <p:cNvSpPr>
            <a:spLocks noGrp="1"/>
          </p:cNvSpPr>
          <p:nvPr>
            <p:ph type="title"/>
          </p:nvPr>
        </p:nvSpPr>
        <p:spPr>
          <a:xfrm>
            <a:off x="504000" y="394560"/>
            <a:ext cx="9070920" cy="608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Configuration &amp; Environment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PlaceHolder 2"/>
          <p:cNvSpPr>
            <a:spLocks noGrp="1"/>
          </p:cNvSpPr>
          <p:nvPr>
            <p:ph type="subTitle"/>
          </p:nvPr>
        </p:nvSpPr>
        <p:spPr>
          <a:xfrm>
            <a:off x="504000" y="1371600"/>
            <a:ext cx="4982040" cy="4571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The config files include the connection settings for the database that is saved in JSON format.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The directory structure is as follows: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6" name=""/>
          <p:cNvPicPr/>
          <p:nvPr/>
        </p:nvPicPr>
        <p:blipFill>
          <a:blip r:embed="rId1"/>
          <a:stretch/>
        </p:blipFill>
        <p:spPr>
          <a:xfrm>
            <a:off x="5647320" y="2118600"/>
            <a:ext cx="5312160" cy="11232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7" name=""/>
          <p:cNvPicPr/>
          <p:nvPr/>
        </p:nvPicPr>
        <p:blipFill>
          <a:blip r:embed="rId2"/>
          <a:stretch/>
        </p:blipFill>
        <p:spPr>
          <a:xfrm>
            <a:off x="5624280" y="3409560"/>
            <a:ext cx="2489040" cy="27428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8" name=""/>
          <p:cNvPicPr/>
          <p:nvPr/>
        </p:nvPicPr>
        <p:blipFill>
          <a:blip r:embed="rId3"/>
          <a:stretch/>
        </p:blipFill>
        <p:spPr>
          <a:xfrm>
            <a:off x="8113680" y="3409560"/>
            <a:ext cx="2289600" cy="34480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PlaceHolder 1"/>
          <p:cNvSpPr>
            <a:spLocks noGrp="1"/>
          </p:cNvSpPr>
          <p:nvPr>
            <p:ph type="title"/>
          </p:nvPr>
        </p:nvSpPr>
        <p:spPr>
          <a:xfrm>
            <a:off x="504000" y="394560"/>
            <a:ext cx="9070920" cy="608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Linux &amp; Bash Operations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PlaceHolder 2"/>
          <p:cNvSpPr>
            <a:spLocks noGrp="1"/>
          </p:cNvSpPr>
          <p:nvPr>
            <p:ph type="subTitle"/>
          </p:nvPr>
        </p:nvSpPr>
        <p:spPr>
          <a:xfrm>
            <a:off x="504000" y="1600200"/>
            <a:ext cx="10468800" cy="411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Maybe screenshots and how the bash files and linux line code is used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PlaceHolder 1"/>
          <p:cNvSpPr>
            <a:spLocks noGrp="1"/>
          </p:cNvSpPr>
          <p:nvPr>
            <p:ph type="title"/>
          </p:nvPr>
        </p:nvSpPr>
        <p:spPr>
          <a:xfrm>
            <a:off x="504000" y="394560"/>
            <a:ext cx="9070920" cy="608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Database Design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PlaceHolder 2"/>
          <p:cNvSpPr>
            <a:spLocks noGrp="1"/>
          </p:cNvSpPr>
          <p:nvPr>
            <p:ph type="subTitle"/>
          </p:nvPr>
        </p:nvSpPr>
        <p:spPr>
          <a:xfrm>
            <a:off x="504000" y="2518920"/>
            <a:ext cx="9070920" cy="903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Same thing but with the database structure and tools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PlaceHolder 1"/>
          <p:cNvSpPr>
            <a:spLocks noGrp="1"/>
          </p:cNvSpPr>
          <p:nvPr>
            <p:ph type="title"/>
          </p:nvPr>
        </p:nvSpPr>
        <p:spPr>
          <a:xfrm>
            <a:off x="504000" y="394560"/>
            <a:ext cx="9070920" cy="608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SQL Operations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PlaceHolder 2"/>
          <p:cNvSpPr>
            <a:spLocks noGrp="1"/>
          </p:cNvSpPr>
          <p:nvPr>
            <p:ph type="subTitle"/>
          </p:nvPr>
        </p:nvSpPr>
        <p:spPr>
          <a:xfrm>
            <a:off x="504000" y="2776680"/>
            <a:ext cx="9070920" cy="387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Again explain the sql code and how the tables where made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PlaceHolder 1"/>
          <p:cNvSpPr>
            <a:spLocks noGrp="1"/>
          </p:cNvSpPr>
          <p:nvPr>
            <p:ph type="title"/>
          </p:nvPr>
        </p:nvSpPr>
        <p:spPr>
          <a:xfrm>
            <a:off x="504000" y="394560"/>
            <a:ext cx="9070920" cy="608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PL/SQL Logic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PlaceHolder 2"/>
          <p:cNvSpPr>
            <a:spLocks noGrp="1"/>
          </p:cNvSpPr>
          <p:nvPr>
            <p:ph type="subTitle"/>
          </p:nvPr>
        </p:nvSpPr>
        <p:spPr>
          <a:xfrm>
            <a:off x="504000" y="2583000"/>
            <a:ext cx="9070920" cy="774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Explainf the pl/sql logic abouy functions and triggers we could merge it with the previous slide id the info is too litle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PlaceHolder 1"/>
          <p:cNvSpPr>
            <a:spLocks noGrp="1"/>
          </p:cNvSpPr>
          <p:nvPr>
            <p:ph type="title"/>
          </p:nvPr>
        </p:nvSpPr>
        <p:spPr>
          <a:xfrm>
            <a:off x="504000" y="394560"/>
            <a:ext cx="9070920" cy="608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C++ Component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PlaceHolder 2"/>
          <p:cNvSpPr>
            <a:spLocks noGrp="1"/>
          </p:cNvSpPr>
          <p:nvPr>
            <p:ph type="subTitle"/>
          </p:nvPr>
        </p:nvSpPr>
        <p:spPr>
          <a:xfrm>
            <a:off x="457200" y="1828800"/>
            <a:ext cx="10972800" cy="3429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C++ component is functioning as a business logic part as well as a partial database initialization part.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buNone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business logic part is the main program while the random data generator is the initialization part.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PlaceHolder 1"/>
          <p:cNvSpPr>
            <a:spLocks noGrp="1"/>
          </p:cNvSpPr>
          <p:nvPr>
            <p:ph type="title"/>
          </p:nvPr>
        </p:nvSpPr>
        <p:spPr>
          <a:xfrm>
            <a:off x="504000" y="394560"/>
            <a:ext cx="9070920" cy="608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Testing &amp; Validation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PlaceHolder 2"/>
          <p:cNvSpPr>
            <a:spLocks noGrp="1"/>
          </p:cNvSpPr>
          <p:nvPr>
            <p:ph type="subTitle"/>
          </p:nvPr>
        </p:nvSpPr>
        <p:spPr>
          <a:xfrm>
            <a:off x="504000" y="2776680"/>
            <a:ext cx="9070920" cy="387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The testing we did and what we expectes vs what we got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PlaceHolder 1"/>
          <p:cNvSpPr>
            <a:spLocks noGrp="1"/>
          </p:cNvSpPr>
          <p:nvPr>
            <p:ph type="title"/>
          </p:nvPr>
        </p:nvSpPr>
        <p:spPr>
          <a:xfrm>
            <a:off x="504000" y="394560"/>
            <a:ext cx="9070920" cy="608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Challenges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PlaceHolder 2"/>
          <p:cNvSpPr>
            <a:spLocks noGrp="1"/>
          </p:cNvSpPr>
          <p:nvPr>
            <p:ph type="subTitle"/>
          </p:nvPr>
        </p:nvSpPr>
        <p:spPr>
          <a:xfrm>
            <a:off x="530280" y="1600200"/>
            <a:ext cx="10671120" cy="434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There were many challenges. Mainly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PlaceHolder 1"/>
          <p:cNvSpPr>
            <a:spLocks noGrp="1"/>
          </p:cNvSpPr>
          <p:nvPr>
            <p:ph type="title"/>
          </p:nvPr>
        </p:nvSpPr>
        <p:spPr>
          <a:xfrm>
            <a:off x="504000" y="394560"/>
            <a:ext cx="9070920" cy="608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Demo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PlaceHolder 2"/>
          <p:cNvSpPr>
            <a:spLocks noGrp="1"/>
          </p:cNvSpPr>
          <p:nvPr>
            <p:ph type="subTitle"/>
          </p:nvPr>
        </p:nvSpPr>
        <p:spPr>
          <a:xfrm>
            <a:off x="504000" y="1600200"/>
            <a:ext cx="10926000" cy="434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Not the company, the demonstration! : )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PlaceHolder 1"/>
          <p:cNvSpPr>
            <a:spLocks noGrp="1"/>
          </p:cNvSpPr>
          <p:nvPr>
            <p:ph type="title"/>
          </p:nvPr>
        </p:nvSpPr>
        <p:spPr>
          <a:xfrm>
            <a:off x="504000" y="394560"/>
            <a:ext cx="9070920" cy="608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Results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PlaceHolder 2"/>
          <p:cNvSpPr>
            <a:spLocks noGrp="1"/>
          </p:cNvSpPr>
          <p:nvPr>
            <p:ph type="subTitle"/>
          </p:nvPr>
        </p:nvSpPr>
        <p:spPr>
          <a:xfrm>
            <a:off x="504000" y="1371600"/>
            <a:ext cx="10011600" cy="434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 have successfully made a system that: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Organizes toats per order.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Organizes the products per toat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Completes orders 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PlaceHolder 1"/>
          <p:cNvSpPr>
            <a:spLocks noGrp="1"/>
          </p:cNvSpPr>
          <p:nvPr>
            <p:ph type="title"/>
          </p:nvPr>
        </p:nvSpPr>
        <p:spPr>
          <a:xfrm>
            <a:off x="504000" y="394560"/>
            <a:ext cx="9070920" cy="608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Future Improvements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PlaceHolder 2"/>
          <p:cNvSpPr>
            <a:spLocks noGrp="1"/>
          </p:cNvSpPr>
          <p:nvPr>
            <p:ph type="subTitle"/>
          </p:nvPr>
        </p:nvSpPr>
        <p:spPr>
          <a:xfrm>
            <a:off x="504000" y="2776680"/>
            <a:ext cx="9070920" cy="387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The things we can change and improve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PlaceHolder 1"/>
          <p:cNvSpPr>
            <a:spLocks noGrp="1"/>
          </p:cNvSpPr>
          <p:nvPr>
            <p:ph type="title"/>
          </p:nvPr>
        </p:nvSpPr>
        <p:spPr>
          <a:xfrm>
            <a:off x="504000" y="394560"/>
            <a:ext cx="9070920" cy="608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Conclusion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PlaceHolder 2"/>
          <p:cNvSpPr>
            <a:spLocks noGrp="1"/>
          </p:cNvSpPr>
          <p:nvPr>
            <p:ph type="subTitle"/>
          </p:nvPr>
        </p:nvSpPr>
        <p:spPr>
          <a:xfrm>
            <a:off x="504000" y="1614960"/>
            <a:ext cx="9070920" cy="271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Built a complete simulation system 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Demonstrated technical readiness 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Supports warehouse commissioning 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br>
              <a:rPr sz="2800"/>
            </a:br>
            <a:br>
              <a:rPr sz="2800"/>
            </a:b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or something else corny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PlaceHolder 1"/>
          <p:cNvSpPr>
            <a:spLocks noGrp="1"/>
          </p:cNvSpPr>
          <p:nvPr>
            <p:ph type="title"/>
          </p:nvPr>
        </p:nvSpPr>
        <p:spPr>
          <a:xfrm>
            <a:off x="504000" y="394560"/>
            <a:ext cx="9070920" cy="608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Thank you 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PlaceHolder 2"/>
          <p:cNvSpPr>
            <a:spLocks noGrp="1"/>
          </p:cNvSpPr>
          <p:nvPr>
            <p:ph type="subTitle"/>
          </p:nvPr>
        </p:nvSpPr>
        <p:spPr>
          <a:xfrm>
            <a:off x="504000" y="1600200"/>
            <a:ext cx="10468800" cy="434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Really, thank you!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2013 - 2022 Theme">
  <a:themeElements>
    <a:clrScheme name="Office 2013 - 2022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Them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175</TotalTime>
  <Application>LibreOffice/25.8.6.2$Linux_X86_64 LibreOffice_project/a46b460d1686bb49c718d2ef5f88b83ff2dc4981</Application>
  <AppVersion>15.0000</AppVersion>
  <Words>357</Words>
  <Paragraphs>52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2026-04-25T18:12:48Z</dcterms:created>
  <dc:creator/>
  <dc:description/>
  <dc:language>en-US</dc:language>
  <cp:lastModifiedBy/>
  <dcterms:modified xsi:type="dcterms:W3CDTF">2026-04-27T09:07:46Z</dcterms:modified>
  <cp:revision>14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Widescreen</vt:lpwstr>
  </property>
  <property fmtid="{D5CDD505-2E9C-101B-9397-08002B2CF9AE}" pid="3" name="Slides">
    <vt:i4>21</vt:i4>
  </property>
</Properties>
</file>