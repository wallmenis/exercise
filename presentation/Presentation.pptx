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1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57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6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5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2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6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2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1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2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19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1379F1F-E723-42AA-BE82-343DA6E500D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092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59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77980" y="1122363"/>
            <a:ext cx="5344085" cy="320413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/>
              <a:t>The </a:t>
            </a:r>
            <a:r>
              <a:rPr lang="en-US" sz="6000" dirty="0" err="1"/>
              <a:t>FlowCore</a:t>
            </a:r>
            <a:r>
              <a:rPr lang="en-US" sz="6000" dirty="0"/>
              <a:t> Warehouse Project</a:t>
            </a:r>
            <a:endParaRPr lang="en-US" sz="60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defPPr>
              <a:defRPr lang="en-US"/>
            </a:defPPr>
            <a:lvl1pPr marL="0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293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5875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8813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1175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4688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7626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70564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501" algn="l" defTabSz="1105875" rtl="0" eaLnBrk="1" latinLnBrk="0" hangingPunct="1">
              <a:defRPr sz="21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Aft>
                <a:spcPts val="600"/>
              </a:spcAft>
              <a:buNone/>
            </a:pPr>
            <a:r>
              <a:rPr lang="en-US" sz="2000" dirty="0">
                <a:latin typeface="Arial"/>
              </a:rPr>
              <a:t>Krallis Dimosthenis and Ioanna Tagara</a:t>
            </a:r>
            <a:endParaRPr lang="en-US" sz="2000" b="0" u="none" strike="noStrike" dirty="0">
              <a:effectLst/>
              <a:uFillTx/>
              <a:latin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589C09-71E9-3E80-D65C-5785B10F1686}"/>
              </a:ext>
            </a:extLst>
          </p:cNvPr>
          <p:cNvCxnSpPr/>
          <p:nvPr/>
        </p:nvCxnSpPr>
        <p:spPr>
          <a:xfrm>
            <a:off x="375920" y="4775200"/>
            <a:ext cx="41254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C462-4A9C-6AB2-4DAB-EC253DB8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Team Introduction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121A48E-77A5-5354-3D4F-5678D469ABFC}"/>
              </a:ext>
            </a:extLst>
          </p:cNvPr>
          <p:cNvSpPr txBox="1">
            <a:spLocks/>
          </p:cNvSpPr>
          <p:nvPr/>
        </p:nvSpPr>
        <p:spPr>
          <a:xfrm>
            <a:off x="504000" y="1674615"/>
            <a:ext cx="9071640" cy="1384995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Dimos</a:t>
            </a:r>
          </a:p>
          <a:p>
            <a:r>
              <a:rPr lang="en-US" sz="2800" dirty="0"/>
              <a:t>What he worked on and what he will present</a:t>
            </a:r>
          </a:p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6D743A7-5F7B-DF40-A4DD-49D5C0DA520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3733698"/>
            <a:ext cx="9071640" cy="775597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Ioanna </a:t>
            </a:r>
          </a:p>
          <a:p>
            <a:pPr marL="0" indent="0">
              <a:buNone/>
            </a:pPr>
            <a:r>
              <a:rPr lang="en-US" sz="2800" dirty="0"/>
              <a:t>What she worked on and what she will precent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39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9D44-25D4-2D1C-FAB5-7E1633A72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EA4EE-A6D6-EA36-A84E-C13363DD191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582922"/>
            <a:ext cx="9071640" cy="775597"/>
          </a:xfrm>
        </p:spPr>
        <p:txBody>
          <a:bodyPr/>
          <a:lstStyle/>
          <a:p>
            <a:r>
              <a:rPr lang="en-US" dirty="0"/>
              <a:t>Here we will say about the general project idea that is a warehouse system and its purpose </a:t>
            </a:r>
          </a:p>
        </p:txBody>
      </p:sp>
    </p:spTree>
    <p:extLst>
      <p:ext uri="{BB962C8B-B14F-4D97-AF65-F5344CB8AC3E}">
        <p14:creationId xmlns:p14="http://schemas.microsoft.com/office/powerpoint/2010/main" val="412998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BBB2-1C7A-657B-9F26-90DB7694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Scope of 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45EA9-DAC9-66CA-BF99-3F4CE241BED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195124"/>
            <a:ext cx="9071640" cy="1551194"/>
          </a:xfrm>
        </p:spPr>
        <p:txBody>
          <a:bodyPr/>
          <a:lstStyle/>
          <a:p>
            <a:r>
              <a:rPr lang="en-US" dirty="0"/>
              <a:t>Here we will say about what of the warehouse system we simulate and explain it. We will also talk about the fact that this is a simulation system to help us experience the job as commissioners</a:t>
            </a:r>
          </a:p>
        </p:txBody>
      </p:sp>
    </p:spTree>
    <p:extLst>
      <p:ext uri="{BB962C8B-B14F-4D97-AF65-F5344CB8AC3E}">
        <p14:creationId xmlns:p14="http://schemas.microsoft.com/office/powerpoint/2010/main" val="8176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6B96-A8AE-E772-70E3-A6BEA34F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Warehouse Process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661CB-0459-322C-4135-A7FF9374F68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389023"/>
            <a:ext cx="9071640" cy="11633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Maybe a diagram with </a:t>
            </a:r>
            <a:r>
              <a:rPr lang="en-US" dirty="0" err="1"/>
              <a:t>thow</a:t>
            </a:r>
            <a:r>
              <a:rPr lang="en-US" dirty="0"/>
              <a:t> the warehouse operates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Items go from Receiving → Storage → Packing → Shipping </a:t>
            </a:r>
          </a:p>
        </p:txBody>
      </p:sp>
    </p:spTree>
    <p:extLst>
      <p:ext uri="{BB962C8B-B14F-4D97-AF65-F5344CB8AC3E}">
        <p14:creationId xmlns:p14="http://schemas.microsoft.com/office/powerpoint/2010/main" val="251303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EDE5-1B27-4923-F220-72DA1527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Business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9B8D8-53F8-EC0B-95D8-2D8FC3D6FD2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582922"/>
            <a:ext cx="9071640" cy="775597"/>
          </a:xfrm>
        </p:spPr>
        <p:txBody>
          <a:bodyPr/>
          <a:lstStyle/>
          <a:p>
            <a:r>
              <a:rPr lang="en-US" dirty="0"/>
              <a:t>The this that will take as </a:t>
            </a:r>
            <a:r>
              <a:rPr lang="en-US" dirty="0" err="1"/>
              <a:t>granded</a:t>
            </a:r>
            <a:r>
              <a:rPr lang="en-US" dirty="0"/>
              <a:t> like the storage is given </a:t>
            </a:r>
            <a:r>
              <a:rPr lang="en-US" dirty="0" err="1"/>
              <a:t>ath</a:t>
            </a:r>
            <a:r>
              <a:rPr lang="en-US" dirty="0"/>
              <a:t> restock is handled outside the system </a:t>
            </a:r>
            <a:r>
              <a:rPr lang="en-US" dirty="0" err="1"/>
              <a:t>ect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4375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64DD-0C86-2E68-EE7C-E026D668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11469-1784-3ADE-1854-E735F1872EE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260783"/>
            <a:ext cx="9071640" cy="1419876"/>
          </a:xfrm>
        </p:spPr>
        <p:txBody>
          <a:bodyPr/>
          <a:lstStyle/>
          <a:p>
            <a:r>
              <a:rPr lang="en-US" dirty="0"/>
              <a:t>The structure of out system</a:t>
            </a:r>
          </a:p>
          <a:p>
            <a:endParaRPr lang="en-US" dirty="0"/>
          </a:p>
          <a:p>
            <a:r>
              <a:rPr lang="en-US" dirty="0"/>
              <a:t>We could use a user case diagram</a:t>
            </a:r>
          </a:p>
        </p:txBody>
      </p:sp>
      <p:pic>
        <p:nvPicPr>
          <p:cNvPr id="1026" name="Picture 2" descr="A Comprehensive Guide to Use Case Modeling - Visual Paradigm Guides">
            <a:extLst>
              <a:ext uri="{FF2B5EF4-FFF2-40B4-BE49-F238E27FC236}">
                <a16:creationId xmlns:a16="http://schemas.microsoft.com/office/drawing/2014/main" id="{943E9B65-11E4-D87A-D47B-24AF1D575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66674"/>
            <a:ext cx="4665875" cy="432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37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8E9A-5FB2-34AF-42C4-6C5A119D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C3A37-B4E5-DB10-9205-1464832B298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582922"/>
            <a:ext cx="9071640" cy="775597"/>
          </a:xfrm>
        </p:spPr>
        <p:txBody>
          <a:bodyPr/>
          <a:lstStyle/>
          <a:p>
            <a:r>
              <a:rPr lang="en-US" dirty="0"/>
              <a:t>Just a ballpoint overview of the system we used (</a:t>
            </a:r>
            <a:r>
              <a:rPr lang="en-US" dirty="0" err="1"/>
              <a:t>c++</a:t>
            </a:r>
            <a:r>
              <a:rPr lang="en-US" dirty="0"/>
              <a:t>, oracle&lt; vs code, </a:t>
            </a:r>
            <a:r>
              <a:rPr lang="en-US" dirty="0" err="1"/>
              <a:t>wsl</a:t>
            </a:r>
            <a:r>
              <a:rPr lang="en-US" dirty="0"/>
              <a:t>, </a:t>
            </a:r>
            <a:r>
              <a:rPr lang="en-US" dirty="0" err="1"/>
              <a:t>ect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624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C442-432E-BBC4-77CE-8751698A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Configuration &amp;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D727A-DE9B-0375-95CD-58671222F31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260783"/>
            <a:ext cx="9071640" cy="1419876"/>
          </a:xfrm>
        </p:spPr>
        <p:txBody>
          <a:bodyPr/>
          <a:lstStyle/>
          <a:p>
            <a:r>
              <a:rPr lang="en-US" dirty="0"/>
              <a:t>About the config files</a:t>
            </a:r>
          </a:p>
          <a:p>
            <a:r>
              <a:rPr lang="en-US" dirty="0"/>
              <a:t>The restrictions and </a:t>
            </a:r>
            <a:r>
              <a:rPr lang="en-US" dirty="0" err="1"/>
              <a:t>limints</a:t>
            </a:r>
            <a:endParaRPr lang="en-US" dirty="0"/>
          </a:p>
          <a:p>
            <a:r>
              <a:rPr lang="en-US" dirty="0"/>
              <a:t>Folder structure and </a:t>
            </a:r>
            <a:r>
              <a:rPr lang="en-US" dirty="0" err="1"/>
              <a:t>runinging</a:t>
            </a:r>
            <a:r>
              <a:rPr lang="en-US" dirty="0"/>
              <a:t> </a:t>
            </a:r>
            <a:r>
              <a:rPr lang="en-US" dirty="0" err="1"/>
              <a:t>intracrion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93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BC94-6B03-1DD9-3547-DC1685DC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Linux &amp; Bash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BD5ED-7D12-D169-B1CA-F59DF7C0226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582922"/>
            <a:ext cx="9071640" cy="775597"/>
          </a:xfrm>
        </p:spPr>
        <p:txBody>
          <a:bodyPr/>
          <a:lstStyle/>
          <a:p>
            <a:r>
              <a:rPr lang="en-US" dirty="0"/>
              <a:t>Maybe screenshots and how the bash files and </a:t>
            </a:r>
            <a:r>
              <a:rPr lang="en-US" dirty="0" err="1"/>
              <a:t>linux</a:t>
            </a:r>
            <a:r>
              <a:rPr lang="en-US" dirty="0"/>
              <a:t> line code is used</a:t>
            </a:r>
          </a:p>
        </p:txBody>
      </p:sp>
    </p:spTree>
    <p:extLst>
      <p:ext uri="{BB962C8B-B14F-4D97-AF65-F5344CB8AC3E}">
        <p14:creationId xmlns:p14="http://schemas.microsoft.com/office/powerpoint/2010/main" val="2506224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ADD4-2819-5F69-C00A-75A36939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AFA39-C885-7FAA-B6E3-D8A8ECD8ED1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518802"/>
            <a:ext cx="9071640" cy="903837"/>
          </a:xfrm>
        </p:spPr>
        <p:txBody>
          <a:bodyPr/>
          <a:lstStyle/>
          <a:p>
            <a:r>
              <a:rPr lang="en-US" dirty="0"/>
              <a:t>Same thing but with the database structure and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638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76CC-FC8A-307B-9E53-CBB92D1AB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SQL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9137B-9B7F-4F51-8E04-1D1BC307FD8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776821"/>
            <a:ext cx="9071640" cy="387798"/>
          </a:xfrm>
        </p:spPr>
        <p:txBody>
          <a:bodyPr/>
          <a:lstStyle/>
          <a:p>
            <a:r>
              <a:rPr lang="en-US" dirty="0"/>
              <a:t>Again explain the </a:t>
            </a:r>
            <a:r>
              <a:rPr lang="en-US" dirty="0" err="1"/>
              <a:t>sql</a:t>
            </a:r>
            <a:r>
              <a:rPr lang="en-US" dirty="0"/>
              <a:t> code and how the tables where made</a:t>
            </a:r>
          </a:p>
        </p:txBody>
      </p:sp>
    </p:spTree>
    <p:extLst>
      <p:ext uri="{BB962C8B-B14F-4D97-AF65-F5344CB8AC3E}">
        <p14:creationId xmlns:p14="http://schemas.microsoft.com/office/powerpoint/2010/main" val="2731275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339B-6CD2-C707-89D7-29FF5E11B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PL/SQL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D2B9E-CA0B-154F-7E06-817B1AC0D2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582922"/>
            <a:ext cx="9071640" cy="775597"/>
          </a:xfrm>
        </p:spPr>
        <p:txBody>
          <a:bodyPr/>
          <a:lstStyle/>
          <a:p>
            <a:r>
              <a:rPr lang="en-US" dirty="0" err="1"/>
              <a:t>Explainf</a:t>
            </a:r>
            <a:r>
              <a:rPr lang="en-US" dirty="0"/>
              <a:t> the pl/</a:t>
            </a:r>
            <a:r>
              <a:rPr lang="en-US" dirty="0" err="1"/>
              <a:t>sql</a:t>
            </a:r>
            <a:r>
              <a:rPr lang="en-US" dirty="0"/>
              <a:t> logic </a:t>
            </a:r>
            <a:r>
              <a:rPr lang="en-US" dirty="0" err="1"/>
              <a:t>abouy</a:t>
            </a:r>
            <a:r>
              <a:rPr lang="en-US" dirty="0"/>
              <a:t> functions and triggers we could merge it with the previous slide id the info is too </a:t>
            </a:r>
            <a:r>
              <a:rPr lang="en-US" dirty="0" err="1"/>
              <a:t>litle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5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D71A-D01D-6821-F07B-C217BBF2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C++ Component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43621-41F3-C269-946F-C8F00C1ECBE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776821"/>
            <a:ext cx="9071640" cy="387798"/>
          </a:xfrm>
        </p:spPr>
        <p:txBody>
          <a:bodyPr/>
          <a:lstStyle/>
          <a:p>
            <a:r>
              <a:rPr lang="en-US" dirty="0"/>
              <a:t>The same </a:t>
            </a:r>
            <a:r>
              <a:rPr lang="en-US" dirty="0" err="1"/>
              <a:t>abput</a:t>
            </a:r>
            <a:r>
              <a:rPr lang="en-US" dirty="0"/>
              <a:t> </a:t>
            </a:r>
            <a:r>
              <a:rPr lang="en-US" dirty="0" err="1"/>
              <a:t>c++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466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04DF9-75EC-DB72-356D-E39A9E26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Testing &amp;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AB9D8-6CA3-BB13-B314-BB6D943D5AC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776821"/>
            <a:ext cx="9071640" cy="387798"/>
          </a:xfrm>
        </p:spPr>
        <p:txBody>
          <a:bodyPr/>
          <a:lstStyle/>
          <a:p>
            <a:r>
              <a:rPr lang="en-US" dirty="0"/>
              <a:t>The testing we did and what we </a:t>
            </a:r>
            <a:r>
              <a:rPr lang="en-US" dirty="0" err="1"/>
              <a:t>expectes</a:t>
            </a:r>
            <a:r>
              <a:rPr lang="en-US" dirty="0"/>
              <a:t> vs what we got</a:t>
            </a:r>
          </a:p>
        </p:txBody>
      </p:sp>
    </p:spTree>
    <p:extLst>
      <p:ext uri="{BB962C8B-B14F-4D97-AF65-F5344CB8AC3E}">
        <p14:creationId xmlns:p14="http://schemas.microsoft.com/office/powerpoint/2010/main" val="3204584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85B4-E23A-891B-C6C4-947741A0B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1AE5D-C22A-6C04-82C3-9AD7C725561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776821"/>
            <a:ext cx="9071640" cy="387798"/>
          </a:xfrm>
        </p:spPr>
        <p:txBody>
          <a:bodyPr/>
          <a:lstStyle/>
          <a:p>
            <a:r>
              <a:rPr lang="en-US" dirty="0"/>
              <a:t>The things that we came across and the difficulties</a:t>
            </a:r>
          </a:p>
        </p:txBody>
      </p:sp>
    </p:spTree>
    <p:extLst>
      <p:ext uri="{BB962C8B-B14F-4D97-AF65-F5344CB8AC3E}">
        <p14:creationId xmlns:p14="http://schemas.microsoft.com/office/powerpoint/2010/main" val="3907439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A0EB-2F60-5CC3-336B-85FF680E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4B957-5D46-DDE2-B2D3-2B9D5F2A5C9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582922"/>
            <a:ext cx="9071640" cy="775597"/>
          </a:xfrm>
        </p:spPr>
        <p:txBody>
          <a:bodyPr/>
          <a:lstStyle/>
          <a:p>
            <a:r>
              <a:rPr lang="en-US" dirty="0"/>
              <a:t>Now about the demo we could put a video or we could just pause the presentation and to a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782694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483D-E141-2088-A2DC-7FD0F38F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3C296-571A-27F7-5D4C-D8306FBAD27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776821"/>
            <a:ext cx="9071640" cy="387798"/>
          </a:xfrm>
        </p:spPr>
        <p:txBody>
          <a:bodyPr/>
          <a:lstStyle/>
          <a:p>
            <a:r>
              <a:rPr lang="en-US" dirty="0"/>
              <a:t>The results of our project where it helped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599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DC5A-426A-8D27-4775-0E3F39968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9981B-F234-AD1A-3E7C-F68261EA67E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776821"/>
            <a:ext cx="9071640" cy="3877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things we can change and improve</a:t>
            </a:r>
          </a:p>
        </p:txBody>
      </p:sp>
    </p:spTree>
    <p:extLst>
      <p:ext uri="{BB962C8B-B14F-4D97-AF65-F5344CB8AC3E}">
        <p14:creationId xmlns:p14="http://schemas.microsoft.com/office/powerpoint/2010/main" val="1028466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9D24-4EDE-ABE9-8A8A-151C7AD6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51D7F-E547-B1DC-1EE3-2E9565FA35F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1614964"/>
            <a:ext cx="9071640" cy="2711512"/>
          </a:xfrm>
        </p:spPr>
        <p:txBody>
          <a:bodyPr/>
          <a:lstStyle/>
          <a:p>
            <a:r>
              <a:rPr lang="en-US" dirty="0"/>
              <a:t>Built a complete simulation system </a:t>
            </a:r>
          </a:p>
          <a:p>
            <a:r>
              <a:rPr lang="en-US" dirty="0"/>
              <a:t>Demonstrated technical readiness </a:t>
            </a:r>
          </a:p>
          <a:p>
            <a:r>
              <a:rPr lang="en-US" dirty="0"/>
              <a:t>Supports warehouse commissioning 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or something else corny</a:t>
            </a:r>
          </a:p>
        </p:txBody>
      </p:sp>
    </p:spTree>
    <p:extLst>
      <p:ext uri="{BB962C8B-B14F-4D97-AF65-F5344CB8AC3E}">
        <p14:creationId xmlns:p14="http://schemas.microsoft.com/office/powerpoint/2010/main" val="1144100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1F2E-9F88-6260-2E04-4B09804C0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1ACAB-DF86-1BF6-E53A-BA703A41EF3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4000" y="2776821"/>
            <a:ext cx="9071640" cy="387798"/>
          </a:xfrm>
        </p:spPr>
        <p:txBody>
          <a:bodyPr/>
          <a:lstStyle/>
          <a:p>
            <a:r>
              <a:rPr lang="en-US" dirty="0"/>
              <a:t>Just saying thank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96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357</Words>
  <Application>Microsoft Office PowerPoint</Application>
  <PresentationFormat>Widescreen</PresentationFormat>
  <Paragraphs>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2013 - 2022 Theme</vt:lpstr>
      <vt:lpstr>The FlowCore Warehouse Project</vt:lpstr>
      <vt:lpstr>Team Introduction</vt:lpstr>
      <vt:lpstr>Project Overview</vt:lpstr>
      <vt:lpstr>Scope of Our Solution</vt:lpstr>
      <vt:lpstr>Warehouse Process Flow</vt:lpstr>
      <vt:lpstr>Business Rules</vt:lpstr>
      <vt:lpstr>System Architecture</vt:lpstr>
      <vt:lpstr>Tech Stack</vt:lpstr>
      <vt:lpstr>Configuration &amp; Environment</vt:lpstr>
      <vt:lpstr>Linux &amp; Bash Operations</vt:lpstr>
      <vt:lpstr>Database Design</vt:lpstr>
      <vt:lpstr>SQL Operations</vt:lpstr>
      <vt:lpstr>PL/SQL Logic</vt:lpstr>
      <vt:lpstr>C++ Component</vt:lpstr>
      <vt:lpstr>Testing &amp; Validation</vt:lpstr>
      <vt:lpstr>Challenges</vt:lpstr>
      <vt:lpstr>Demo</vt:lpstr>
      <vt:lpstr>Results</vt:lpstr>
      <vt:lpstr>Future Improvements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Ιωάννα Ταγαρα</cp:lastModifiedBy>
  <cp:revision>3</cp:revision>
  <dcterms:created xsi:type="dcterms:W3CDTF">2026-04-25T18:12:48Z</dcterms:created>
  <dcterms:modified xsi:type="dcterms:W3CDTF">2026-04-26T17:40:46Z</dcterms:modified>
  <dc:language>en-US</dc:language>
</cp:coreProperties>
</file>