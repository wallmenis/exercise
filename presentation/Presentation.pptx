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presProps.xml" ContentType="application/vnd.openxmlformats-officedocument.presentationml.presProps+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blipFill rotWithShape="0">
          <a:blip r:embed="rId2"/>
          <a:stretch/>
        </a:blip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4" name="PlaceHolder 3"/>
          <p:cNvSpPr>
            <a:spLocks noGrp="1"/>
          </p:cNvSpPr>
          <p:nvPr>
            <p:ph type="dt" idx="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 name="PlaceHolder 4"/>
          <p:cNvSpPr>
            <a:spLocks noGrp="1"/>
          </p:cNvSpPr>
          <p:nvPr>
            <p:ph type="ftr" idx="2"/>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6" name="PlaceHolder 5"/>
          <p:cNvSpPr>
            <a:spLocks noGrp="1"/>
          </p:cNvSpPr>
          <p:nvPr>
            <p:ph type="sldNum" idx="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BF641DBC-7BC8-4F37-AE58-FF60A4E7D7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blipFill rotWithShape="0">
          <a:blip r:embed="rId2"/>
          <a:stretch/>
        </a:blip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1960" y="1709640"/>
            <a:ext cx="10514520" cy="285156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6000" b="0" u="none" strike="noStrike">
                <a:solidFill>
                  <a:schemeClr val="dk1"/>
                </a:solidFill>
                <a:effectLst/>
                <a:uFillTx/>
                <a:latin typeface="Calibri Light"/>
              </a:rPr>
              <a:t>Click to edit Master title style</a:t>
            </a:r>
            <a:endParaRPr lang="en-US" sz="6000" b="0" u="none" strike="noStrike">
              <a:solidFill>
                <a:srgbClr val="000000"/>
              </a:solidFill>
              <a:effectLst/>
              <a:uFillTx/>
              <a:latin typeface="Arial"/>
            </a:endParaRPr>
          </a:p>
        </p:txBody>
      </p:sp>
      <p:sp>
        <p:nvSpPr>
          <p:cNvPr id="8" name="PlaceHolder 2"/>
          <p:cNvSpPr>
            <a:spLocks noGrp="1"/>
          </p:cNvSpPr>
          <p:nvPr>
            <p:ph type="body"/>
          </p:nvPr>
        </p:nvSpPr>
        <p:spPr>
          <a:xfrm>
            <a:off x="831960" y="4589640"/>
            <a:ext cx="10514520" cy="14990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2400" b="0" u="none" strike="noStrike">
                <a:solidFill>
                  <a:schemeClr val="dk1">
                    <a:tint val="75000"/>
                  </a:schemeClr>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9" name="PlaceHolder 3"/>
          <p:cNvSpPr>
            <a:spLocks noGrp="1"/>
          </p:cNvSpPr>
          <p:nvPr>
            <p:ph type="dt" idx="4"/>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0" name="PlaceHolder 4"/>
          <p:cNvSpPr>
            <a:spLocks noGrp="1"/>
          </p:cNvSpPr>
          <p:nvPr>
            <p:ph type="ftr" idx="5"/>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11" name="PlaceHolder 5"/>
          <p:cNvSpPr>
            <a:spLocks noGrp="1"/>
          </p:cNvSpPr>
          <p:nvPr>
            <p:ph type="sldNum" idx="6"/>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9882B631-FCD6-493F-B69C-DA98AEE8946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blipFill rotWithShape="0">
          <a:blip r:embed="rId2"/>
          <a:stretch/>
        </a:blip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13" name="PlaceHolder 2"/>
          <p:cNvSpPr>
            <a:spLocks noGrp="1"/>
          </p:cNvSpPr>
          <p:nvPr>
            <p:ph type="body"/>
          </p:nvPr>
        </p:nvSpPr>
        <p:spPr>
          <a:xfrm>
            <a:off x="838080" y="1825560"/>
            <a:ext cx="518040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14" name="PlaceHolder 3"/>
          <p:cNvSpPr>
            <a:spLocks noGrp="1"/>
          </p:cNvSpPr>
          <p:nvPr>
            <p:ph type="body"/>
          </p:nvPr>
        </p:nvSpPr>
        <p:spPr>
          <a:xfrm>
            <a:off x="6172200" y="1825560"/>
            <a:ext cx="518040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15" name="PlaceHolder 4"/>
          <p:cNvSpPr>
            <a:spLocks noGrp="1"/>
          </p:cNvSpPr>
          <p:nvPr>
            <p:ph type="dt" idx="7"/>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6" name="PlaceHolder 5"/>
          <p:cNvSpPr>
            <a:spLocks noGrp="1"/>
          </p:cNvSpPr>
          <p:nvPr>
            <p:ph type="ftr" idx="8"/>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6878CBF2-BAD6-4240-A76C-97661CDC087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blipFill rotWithShape="0">
          <a:blip r:embed="rId2"/>
          <a:stretch/>
        </a:blip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398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19" name="PlaceHolder 2"/>
          <p:cNvSpPr>
            <a:spLocks noGrp="1"/>
          </p:cNvSpPr>
          <p:nvPr>
            <p:ph type="body"/>
          </p:nvPr>
        </p:nvSpPr>
        <p:spPr>
          <a:xfrm>
            <a:off x="839880" y="1681200"/>
            <a:ext cx="5156640" cy="82296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en-US" sz="2400" b="1" u="none" strike="noStrike">
                <a:solidFill>
                  <a:schemeClr val="dk1"/>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20" name="PlaceHolder 3"/>
          <p:cNvSpPr>
            <a:spLocks noGrp="1"/>
          </p:cNvSpPr>
          <p:nvPr>
            <p:ph type="body"/>
          </p:nvPr>
        </p:nvSpPr>
        <p:spPr>
          <a:xfrm>
            <a:off x="839880" y="2505240"/>
            <a:ext cx="515664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21" name="PlaceHolder 4"/>
          <p:cNvSpPr>
            <a:spLocks noGrp="1"/>
          </p:cNvSpPr>
          <p:nvPr>
            <p:ph type="body"/>
          </p:nvPr>
        </p:nvSpPr>
        <p:spPr>
          <a:xfrm>
            <a:off x="6172200" y="1681200"/>
            <a:ext cx="5182200" cy="82296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en-US" sz="2400" b="1" u="none" strike="noStrike">
                <a:solidFill>
                  <a:schemeClr val="dk1"/>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22" name="PlaceHolder 5"/>
          <p:cNvSpPr>
            <a:spLocks noGrp="1"/>
          </p:cNvSpPr>
          <p:nvPr>
            <p:ph type="body"/>
          </p:nvPr>
        </p:nvSpPr>
        <p:spPr>
          <a:xfrm>
            <a:off x="6172200" y="2505240"/>
            <a:ext cx="518220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23" name="PlaceHolder 6"/>
          <p:cNvSpPr>
            <a:spLocks noGrp="1"/>
          </p:cNvSpPr>
          <p:nvPr>
            <p:ph type="dt" idx="10"/>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7"/>
          <p:cNvSpPr>
            <a:spLocks noGrp="1"/>
          </p:cNvSpPr>
          <p:nvPr>
            <p:ph type="ftr" idx="11"/>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25" name="PlaceHolder 8"/>
          <p:cNvSpPr>
            <a:spLocks noGrp="1"/>
          </p:cNvSpPr>
          <p:nvPr>
            <p:ph type="sldNum" idx="12"/>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DE0833C8-701A-4AD1-A05B-E36B1898371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blipFill rotWithShape="0">
          <a:blip r:embed="rId2"/>
          <a:stretch/>
        </a:blip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27" name="PlaceHolder 2"/>
          <p:cNvSpPr>
            <a:spLocks noGrp="1"/>
          </p:cNvSpPr>
          <p:nvPr>
            <p:ph type="dt" idx="13"/>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8" name="PlaceHolder 3"/>
          <p:cNvSpPr>
            <a:spLocks noGrp="1"/>
          </p:cNvSpPr>
          <p:nvPr>
            <p:ph type="ftr" idx="14"/>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29" name="PlaceHolder 4"/>
          <p:cNvSpPr>
            <a:spLocks noGrp="1"/>
          </p:cNvSpPr>
          <p:nvPr>
            <p:ph type="sldNum" idx="15"/>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EF470466-6A5C-4824-A6E8-B9EAD8CD222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blipFill rotWithShape="0">
          <a:blip r:embed="rId2"/>
          <a:stretch/>
        </a:blipFill>
      </p:bgPr>
    </p:bg>
    <p:spTree>
      <p:nvGrpSpPr>
        <p:cNvPr id="1" name=""/>
        <p:cNvGrpSpPr/>
        <p:nvPr/>
      </p:nvGrpSpPr>
      <p:grpSpPr>
        <a:xfrm>
          <a:off x="0" y="0"/>
          <a:ext cx="0" cy="0"/>
          <a:chOff x="0" y="0"/>
          <a:chExt cx="0" cy="0"/>
        </a:xfrm>
      </p:grpSpPr>
      <p:sp>
        <p:nvSpPr>
          <p:cNvPr id="30" name="PlaceHolder 1"/>
          <p:cNvSpPr>
            <a:spLocks noGrp="1"/>
          </p:cNvSpPr>
          <p:nvPr>
            <p:ph type="dt" idx="16"/>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2"/>
          <p:cNvSpPr>
            <a:spLocks noGrp="1"/>
          </p:cNvSpPr>
          <p:nvPr>
            <p:ph type="ftr" idx="17"/>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32" name="PlaceHolder 3"/>
          <p:cNvSpPr>
            <a:spLocks noGrp="1"/>
          </p:cNvSpPr>
          <p:nvPr>
            <p:ph type="sldNum" idx="18"/>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66C8B2B3-1958-45EF-896D-6908F84193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blipFill rotWithShape="0">
          <a:blip r:embed="rId2"/>
          <a:stretch/>
        </a:blip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3200" b="0" u="none" strike="noStrike">
                <a:solidFill>
                  <a:schemeClr val="dk1"/>
                </a:solidFill>
                <a:effectLst/>
                <a:uFillTx/>
                <a:latin typeface="Calibri Light"/>
              </a:rPr>
              <a:t>Click to edit Master title style</a:t>
            </a:r>
            <a:endParaRPr lang="en-US" sz="3200" b="0" u="none" strike="noStrike">
              <a:solidFill>
                <a:srgbClr val="000000"/>
              </a:solidFill>
              <a:effectLst/>
              <a:uFillTx/>
              <a:latin typeface="Arial"/>
            </a:endParaRPr>
          </a:p>
        </p:txBody>
      </p:sp>
      <p:sp>
        <p:nvSpPr>
          <p:cNvPr id="34" name="PlaceHolder 2"/>
          <p:cNvSpPr>
            <a:spLocks noGrp="1"/>
          </p:cNvSpPr>
          <p:nvPr>
            <p:ph type="body"/>
          </p:nvPr>
        </p:nvSpPr>
        <p:spPr>
          <a:xfrm>
            <a:off x="5183280" y="987480"/>
            <a:ext cx="6171120" cy="4872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rgbClr val="000000"/>
              </a:solidFill>
              <a:effectLst/>
              <a:uFillTx/>
              <a:latin typeface="Arial"/>
            </a:endParaRPr>
          </a:p>
        </p:txBody>
      </p:sp>
      <p:sp>
        <p:nvSpPr>
          <p:cNvPr id="35"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1600" b="0" u="none" strike="noStrike">
                <a:solidFill>
                  <a:schemeClr val="dk1"/>
                </a:solidFill>
                <a:effectLst/>
                <a:uFillTx/>
                <a:latin typeface="Calibri"/>
              </a:rPr>
              <a:t>Click to edit Master text styles</a:t>
            </a:r>
            <a:endParaRPr lang="en-US" sz="1600" b="0" u="none" strike="noStrike">
              <a:solidFill>
                <a:srgbClr val="000000"/>
              </a:solidFill>
              <a:effectLst/>
              <a:uFillTx/>
              <a:latin typeface="Arial"/>
            </a:endParaRPr>
          </a:p>
        </p:txBody>
      </p:sp>
      <p:sp>
        <p:nvSpPr>
          <p:cNvPr id="36" name="PlaceHolder 4"/>
          <p:cNvSpPr>
            <a:spLocks noGrp="1"/>
          </p:cNvSpPr>
          <p:nvPr>
            <p:ph type="dt" idx="19"/>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5"/>
          <p:cNvSpPr>
            <a:spLocks noGrp="1"/>
          </p:cNvSpPr>
          <p:nvPr>
            <p:ph type="ftr" idx="20"/>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38" name="PlaceHolder 6"/>
          <p:cNvSpPr>
            <a:spLocks noGrp="1"/>
          </p:cNvSpPr>
          <p:nvPr>
            <p:ph type="sldNum" idx="21"/>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4CD72628-4120-46EB-A360-03D5619FD94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blipFill rotWithShape="0">
          <a:blip r:embed="rId2"/>
          <a:stretch/>
        </a:blip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3200" b="0" u="none" strike="noStrike">
                <a:solidFill>
                  <a:schemeClr val="dk1"/>
                </a:solidFill>
                <a:effectLst/>
                <a:uFillTx/>
                <a:latin typeface="Calibri Light"/>
              </a:rPr>
              <a:t>Click to edit Master title style</a:t>
            </a:r>
            <a:endParaRPr lang="en-US" sz="3200" b="0" u="none" strike="noStrike">
              <a:solidFill>
                <a:srgbClr val="000000"/>
              </a:solidFill>
              <a:effectLst/>
              <a:uFillTx/>
              <a:latin typeface="Arial"/>
            </a:endParaRPr>
          </a:p>
        </p:txBody>
      </p:sp>
      <p:sp>
        <p:nvSpPr>
          <p:cNvPr id="40" name="PlaceHolder 2"/>
          <p:cNvSpPr>
            <a:spLocks noGrp="1"/>
          </p:cNvSpPr>
          <p:nvPr>
            <p:ph type="body"/>
          </p:nvPr>
        </p:nvSpPr>
        <p:spPr>
          <a:xfrm>
            <a:off x="5183280" y="987480"/>
            <a:ext cx="6171120" cy="4872600"/>
          </a:xfrm>
          <a:prstGeom prst="rect">
            <a:avLst/>
          </a:prstGeom>
          <a:noFill/>
          <a:ln w="0">
            <a:noFill/>
          </a:ln>
        </p:spPr>
        <p:txBody>
          <a:bodyPr lIns="90000" rIns="90000" tIns="45000" bIns="45000" anchor="t">
            <a:noAutofit/>
          </a:bodyPr>
          <a:p>
            <a:pPr indent="0" defTabSz="457200">
              <a:lnSpc>
                <a:spcPct val="100000"/>
              </a:lnSpc>
              <a:buNone/>
              <a:tabLst>
                <a:tab algn="l" pos="0"/>
              </a:tabLst>
            </a:pPr>
            <a:r>
              <a:rPr lang="en-US" sz="3200" b="0" u="none" strike="noStrike">
                <a:solidFill>
                  <a:schemeClr val="dk1"/>
                </a:solidFill>
                <a:effectLst/>
                <a:uFillTx/>
                <a:latin typeface="Calibri"/>
              </a:rPr>
              <a:t>Click icon to add picture</a:t>
            </a:r>
            <a:endParaRPr lang="en-US" sz="3200" b="0" u="none" strike="noStrike">
              <a:solidFill>
                <a:srgbClr val="000000"/>
              </a:solidFill>
              <a:effectLst/>
              <a:uFillTx/>
              <a:latin typeface="Arial"/>
            </a:endParaRPr>
          </a:p>
        </p:txBody>
      </p:sp>
      <p:sp>
        <p:nvSpPr>
          <p:cNvPr id="41"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1600" b="0" u="none" strike="noStrike">
                <a:solidFill>
                  <a:schemeClr val="dk1"/>
                </a:solidFill>
                <a:effectLst/>
                <a:uFillTx/>
                <a:latin typeface="Calibri"/>
              </a:rPr>
              <a:t>Click to edit Master text styles</a:t>
            </a:r>
            <a:endParaRPr lang="en-US" sz="1600" b="0" u="none" strike="noStrike">
              <a:solidFill>
                <a:srgbClr val="000000"/>
              </a:solidFill>
              <a:effectLst/>
              <a:uFillTx/>
              <a:latin typeface="Arial"/>
            </a:endParaRPr>
          </a:p>
        </p:txBody>
      </p:sp>
      <p:sp>
        <p:nvSpPr>
          <p:cNvPr id="42" name="PlaceHolder 4"/>
          <p:cNvSpPr>
            <a:spLocks noGrp="1"/>
          </p:cNvSpPr>
          <p:nvPr>
            <p:ph type="dt" idx="22"/>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3" name="PlaceHolder 5"/>
          <p:cNvSpPr>
            <a:spLocks noGrp="1"/>
          </p:cNvSpPr>
          <p:nvPr>
            <p:ph type="ftr" idx="23"/>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44" name="PlaceHolder 6"/>
          <p:cNvSpPr>
            <a:spLocks noGrp="1"/>
          </p:cNvSpPr>
          <p:nvPr>
            <p:ph type="sldNum" idx="24"/>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4D3C702D-3480-479A-86D0-4F1FA1F1E26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blipFill rotWithShape="0">
          <a:blip r:embed="rId2"/>
          <a:stretch/>
        </a:blip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1523880" y="1122480"/>
            <a:ext cx="9142920" cy="23864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Calibri Light"/>
              </a:rPr>
              <a:t>Click to edit Master title style</a:t>
            </a:r>
            <a:endParaRPr lang="en-US" sz="6000" b="0" u="none" strike="noStrike">
              <a:solidFill>
                <a:srgbClr val="000000"/>
              </a:solidFill>
              <a:effectLst/>
              <a:uFillTx/>
              <a:latin typeface="Arial"/>
            </a:endParaRPr>
          </a:p>
        </p:txBody>
      </p:sp>
      <p:sp>
        <p:nvSpPr>
          <p:cNvPr id="46" name="PlaceHolder 2"/>
          <p:cNvSpPr>
            <a:spLocks noGrp="1"/>
          </p:cNvSpPr>
          <p:nvPr>
            <p:ph type="dt" idx="25"/>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7" name="PlaceHolder 3"/>
          <p:cNvSpPr>
            <a:spLocks noGrp="1"/>
          </p:cNvSpPr>
          <p:nvPr>
            <p:ph type="ftr" idx="26"/>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48" name="PlaceHolder 4"/>
          <p:cNvSpPr>
            <a:spLocks noGrp="1"/>
          </p:cNvSpPr>
          <p:nvPr>
            <p:ph type="sldNum" idx="27"/>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5A92534A-2AC9-4A79-A0F6-0F91990EA5C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blipFill rotWithShape="0">
          <a:blip r:embed="rId2"/>
          <a:stretch/>
        </a:blip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50"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51" name="PlaceHolder 3"/>
          <p:cNvSpPr>
            <a:spLocks noGrp="1"/>
          </p:cNvSpPr>
          <p:nvPr>
            <p:ph type="dt" idx="28"/>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2" name="PlaceHolder 4"/>
          <p:cNvSpPr>
            <a:spLocks noGrp="1"/>
          </p:cNvSpPr>
          <p:nvPr>
            <p:ph type="ftr" idx="29"/>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53" name="PlaceHolder 5"/>
          <p:cNvSpPr>
            <a:spLocks noGrp="1"/>
          </p:cNvSpPr>
          <p:nvPr>
            <p:ph type="sldNum" idx="30"/>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7796EF2C-2C03-49AD-B7F2-1DE27557437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blipFill rotWithShape="0">
          <a:blip r:embed="rId2"/>
          <a:stretch/>
        </a:blip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724960" y="365040"/>
            <a:ext cx="2628000" cy="581076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55" name="PlaceHolder 2"/>
          <p:cNvSpPr>
            <a:spLocks noGrp="1"/>
          </p:cNvSpPr>
          <p:nvPr>
            <p:ph type="body"/>
          </p:nvPr>
        </p:nvSpPr>
        <p:spPr>
          <a:xfrm>
            <a:off x="838080" y="365040"/>
            <a:ext cx="7733160" cy="58107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56" name="PlaceHolder 3"/>
          <p:cNvSpPr>
            <a:spLocks noGrp="1"/>
          </p:cNvSpPr>
          <p:nvPr>
            <p:ph type="dt" idx="3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7" name="PlaceHolder 4"/>
          <p:cNvSpPr>
            <a:spLocks noGrp="1"/>
          </p:cNvSpPr>
          <p:nvPr>
            <p:ph type="ftr" idx="32"/>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58" name="PlaceHolder 5"/>
          <p:cNvSpPr>
            <a:spLocks noGrp="1"/>
          </p:cNvSpPr>
          <p:nvPr>
            <p:ph type="sldNum" idx="3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8B668DCF-027B-4415-99A8-D87C7396577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blipFill rotWithShape="0">
          <a:blip r:embed="rId2"/>
          <a:stretch/>
        </a:blipFill>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561240"/>
            <a:ext cx="9070560" cy="274680"/>
          </a:xfrm>
          <a:prstGeom prst="rect">
            <a:avLst/>
          </a:prstGeom>
          <a:noFill/>
          <a:ln w="0">
            <a:noFill/>
          </a:ln>
        </p:spPr>
        <p:txBody>
          <a:bodyPr lIns="0" rIns="0" tIns="0" bIns="0" anchor="ctr">
            <a:spAutoFit/>
          </a:bodyPr>
          <a:p>
            <a:pPr indent="0">
              <a:lnSpc>
                <a:spcPct val="100000"/>
              </a:lnSpc>
              <a:buNone/>
              <a:tabLst>
                <a:tab algn="l" pos="0"/>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60" name="PlaceHolder 2"/>
          <p:cNvSpPr>
            <a:spLocks noGrp="1"/>
          </p:cNvSpPr>
          <p:nvPr>
            <p:ph type="ftr" idx="34"/>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Times New Roman"/>
            </a:endParaRPr>
          </a:p>
        </p:txBody>
      </p:sp>
      <p:sp>
        <p:nvSpPr>
          <p:cNvPr id="61" name="PlaceHolder 3"/>
          <p:cNvSpPr>
            <a:spLocks noGrp="1"/>
          </p:cNvSpPr>
          <p:nvPr>
            <p:ph type="sldNum" idx="35"/>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A45EE3C6-EF2D-4839-A16C-082A63E1E33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62" name="PlaceHolder 4"/>
          <p:cNvSpPr>
            <a:spLocks noGrp="1"/>
          </p:cNvSpPr>
          <p:nvPr>
            <p:ph type="dt" idx="36"/>
          </p:nvPr>
        </p:nvSpPr>
        <p:spPr>
          <a:xfrm>
            <a:off x="838080" y="6356520"/>
            <a:ext cx="2742120" cy="363960"/>
          </a:xfrm>
          <a:prstGeom prst="rect">
            <a:avLst/>
          </a:prstGeom>
          <a:noFill/>
          <a:ln w="0">
            <a:noFill/>
          </a:ln>
        </p:spPr>
        <p:txBody>
          <a:bodyPr lIns="91440" rIns="91440" tIns="45720" bIns="45720" anchor="ctr">
            <a:no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3" name="PlaceHolder 5"/>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1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Picture 8"/>
          <p:cNvPicPr/>
          <p:nvPr/>
        </p:nvPicPr>
        <p:blipFill>
          <a:blip r:embed="rId1"/>
          <a:stretch/>
        </p:blipFill>
        <p:spPr>
          <a:xfrm>
            <a:off x="0" y="0"/>
            <a:ext cx="12191040" cy="6856920"/>
          </a:xfrm>
          <a:prstGeom prst="rect">
            <a:avLst/>
          </a:prstGeom>
          <a:noFill/>
          <a:ln w="0">
            <a:noFill/>
          </a:ln>
        </p:spPr>
      </p:pic>
      <p:sp>
        <p:nvSpPr>
          <p:cNvPr id="65" name="PlaceHolder 1"/>
          <p:cNvSpPr>
            <a:spLocks noGrp="1"/>
          </p:cNvSpPr>
          <p:nvPr>
            <p:ph type="title"/>
          </p:nvPr>
        </p:nvSpPr>
        <p:spPr>
          <a:xfrm>
            <a:off x="478080" y="1122480"/>
            <a:ext cx="5343120" cy="3202920"/>
          </a:xfrm>
          <a:prstGeom prst="rect">
            <a:avLst/>
          </a:prstGeom>
          <a:noFill/>
          <a:ln w="0">
            <a:noFill/>
          </a:ln>
        </p:spPr>
        <p:txBody>
          <a:bodyPr lIns="0" rIns="0" tIns="0" bIns="0" anchor="b">
            <a:normAutofit/>
          </a:bodyPr>
          <a:p>
            <a:pPr indent="0" defTabSz="1105920">
              <a:lnSpc>
                <a:spcPct val="90000"/>
              </a:lnSpc>
              <a:buNone/>
              <a:tabLst>
                <a:tab algn="l" pos="0"/>
              </a:tabLst>
            </a:pPr>
            <a:r>
              <a:rPr lang="en-US" sz="6000" b="0" u="none" strike="noStrike">
                <a:solidFill>
                  <a:schemeClr val="dk1"/>
                </a:solidFill>
                <a:effectLst/>
                <a:uFillTx/>
                <a:latin typeface="Calibri"/>
              </a:rPr>
              <a:t>The FlowCore Warehouse Project</a:t>
            </a:r>
            <a:endParaRPr lang="en-US" sz="6000" b="0" u="none" strike="noStrike">
              <a:solidFill>
                <a:srgbClr val="000000"/>
              </a:solidFill>
              <a:effectLst/>
              <a:uFillTx/>
              <a:latin typeface="Arial"/>
            </a:endParaRPr>
          </a:p>
        </p:txBody>
      </p:sp>
      <p:sp>
        <p:nvSpPr>
          <p:cNvPr id="66" name="PlaceHolder 2"/>
          <p:cNvSpPr>
            <a:spLocks noGrp="1"/>
          </p:cNvSpPr>
          <p:nvPr>
            <p:ph type="subTitle"/>
          </p:nvPr>
        </p:nvSpPr>
        <p:spPr>
          <a:xfrm>
            <a:off x="478080" y="4872960"/>
            <a:ext cx="4022280" cy="1207080"/>
          </a:xfrm>
          <a:prstGeom prst="rect">
            <a:avLst/>
          </a:prstGeom>
          <a:noFill/>
          <a:ln w="0">
            <a:noFill/>
          </a:ln>
        </p:spPr>
        <p:txBody>
          <a:bodyPr lIns="0" rIns="0" tIns="0" bIns="0" anchor="ctr">
            <a:normAutofit/>
          </a:bodyPr>
          <a:p>
            <a:pPr indent="0" defTabSz="1105920">
              <a:lnSpc>
                <a:spcPct val="90000"/>
              </a:lnSpc>
              <a:spcBef>
                <a:spcPts val="1001"/>
              </a:spcBef>
              <a:spcAft>
                <a:spcPts val="601"/>
              </a:spcAft>
              <a:buNone/>
              <a:tabLst>
                <a:tab algn="l" pos="0"/>
              </a:tabLst>
            </a:pPr>
            <a:r>
              <a:rPr lang="en-US" sz="2000" b="0" u="none" strike="noStrike">
                <a:solidFill>
                  <a:schemeClr val="dk1"/>
                </a:solidFill>
                <a:effectLst/>
                <a:uFillTx/>
                <a:latin typeface="Arial"/>
              </a:rPr>
              <a:t>Krallis Dimosthenis and Ioanna Tagara</a:t>
            </a:r>
            <a:endParaRPr lang="en-US" sz="2000" b="0" u="none" strike="noStrike">
              <a:solidFill>
                <a:srgbClr val="000000"/>
              </a:solidFill>
              <a:effectLst/>
              <a:uFillTx/>
              <a:latin typeface="Arial"/>
            </a:endParaRPr>
          </a:p>
        </p:txBody>
      </p:sp>
      <p:cxnSp>
        <p:nvCxnSpPr>
          <p:cNvPr id="67" name="Straight Connector 3"/>
          <p:cNvCxnSpPr/>
          <p:nvPr/>
        </p:nvCxnSpPr>
        <p:spPr>
          <a:xfrm>
            <a:off x="375840" y="4775040"/>
            <a:ext cx="4126320" cy="1080"/>
          </a:xfrm>
          <a:prstGeom prst="straightConnector1">
            <a:avLst/>
          </a:prstGeom>
          <a:ln w="0">
            <a:solidFill>
              <a:srgbClr val="000000"/>
            </a:solidFill>
          </a:ln>
        </p:spPr>
      </p:cxn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Team Introduction</a:t>
            </a:r>
            <a:endParaRPr lang="en-US" sz="4400" b="0" u="none" strike="noStrike">
              <a:solidFill>
                <a:srgbClr val="000000"/>
              </a:solidFill>
              <a:effectLst/>
              <a:uFillTx/>
              <a:latin typeface="Arial"/>
            </a:endParaRPr>
          </a:p>
        </p:txBody>
      </p:sp>
      <p:sp>
        <p:nvSpPr>
          <p:cNvPr id="69" name="Subtitle 2"/>
          <p:cNvSpPr/>
          <p:nvPr/>
        </p:nvSpPr>
        <p:spPr>
          <a:xfrm>
            <a:off x="504000" y="1680480"/>
            <a:ext cx="9070560" cy="1371960"/>
          </a:xfrm>
          <a:prstGeom prst="rect">
            <a:avLst/>
          </a:prstGeom>
          <a:noFill/>
          <a:ln w="0">
            <a:noFill/>
          </a:ln>
        </p:spPr>
        <p:style>
          <a:lnRef idx="0"/>
          <a:fillRef idx="0"/>
          <a:effectRef idx="0"/>
          <a:fontRef idx="minor"/>
        </p:style>
        <p:txBody>
          <a:bodyPr lIns="0" rIns="0" tIns="0" bIns="0" anchor="ctr">
            <a:spAutoFit/>
          </a:bodyPr>
          <a:p>
            <a:pPr defTabSz="914400">
              <a:lnSpc>
                <a:spcPct val="90000"/>
              </a:lnSpc>
            </a:pPr>
            <a:r>
              <a:rPr lang="en-US" sz="2800" b="0" u="none" strike="noStrike">
                <a:solidFill>
                  <a:schemeClr val="dk1"/>
                </a:solidFill>
                <a:effectLst/>
                <a:uFillTx/>
                <a:latin typeface="Calibri Light"/>
              </a:rPr>
              <a:t>Dimos</a:t>
            </a:r>
            <a:endParaRPr lang="en-US" sz="2800" b="0" u="none" strike="noStrike">
              <a:solidFill>
                <a:srgbClr val="000000"/>
              </a:solidFill>
              <a:effectLst/>
              <a:uFillTx/>
              <a:latin typeface="Arial"/>
            </a:endParaRPr>
          </a:p>
          <a:p>
            <a:pPr defTabSz="914400">
              <a:lnSpc>
                <a:spcPct val="90000"/>
              </a:lnSpc>
            </a:pPr>
            <a:r>
              <a:rPr lang="en-US" sz="2800" b="0" u="none" strike="noStrike">
                <a:solidFill>
                  <a:schemeClr val="dk1"/>
                </a:solidFill>
                <a:effectLst/>
                <a:uFillTx/>
                <a:latin typeface="Calibri Light"/>
              </a:rPr>
              <a:t>Mostly C++, Shell scripts and Docker.</a:t>
            </a:r>
            <a:endParaRPr lang="en-US" sz="2800" b="0" u="none" strike="noStrike">
              <a:solidFill>
                <a:srgbClr val="000000"/>
              </a:solidFill>
              <a:effectLst/>
              <a:uFillTx/>
              <a:latin typeface="Arial"/>
            </a:endParaRPr>
          </a:p>
          <a:p>
            <a:pPr defTabSz="914400">
              <a:lnSpc>
                <a:spcPct val="90000"/>
              </a:lnSpc>
            </a:pPr>
            <a:endParaRPr lang="en-US" sz="4400" b="0" u="none" strike="noStrike">
              <a:solidFill>
                <a:srgbClr val="000000"/>
              </a:solidFill>
              <a:effectLst/>
              <a:uFillTx/>
              <a:latin typeface="Arial"/>
            </a:endParaRPr>
          </a:p>
        </p:txBody>
      </p:sp>
      <p:sp>
        <p:nvSpPr>
          <p:cNvPr id="70" name="PlaceHolder 2"/>
          <p:cNvSpPr>
            <a:spLocks noGrp="1"/>
          </p:cNvSpPr>
          <p:nvPr>
            <p:ph type="subTitle"/>
          </p:nvPr>
        </p:nvSpPr>
        <p:spPr>
          <a:xfrm>
            <a:off x="504000" y="3733560"/>
            <a:ext cx="9070560" cy="774360"/>
          </a:xfrm>
          <a:prstGeom prst="rect">
            <a:avLst/>
          </a:prstGeom>
          <a:noFill/>
          <a:ln w="0">
            <a:noFill/>
          </a:ln>
        </p:spPr>
        <p:txBody>
          <a:bodyPr lIns="0" rIns="0" tIns="0" bIns="0" anchor="ctr">
            <a:noAutofit/>
          </a:bodyPr>
          <a:p>
            <a:pPr defTabSz="914400">
              <a:lnSpc>
                <a:spcPct val="90000"/>
              </a:lnSpc>
              <a:spcBef>
                <a:spcPts val="1001"/>
              </a:spcBef>
              <a:tabLst>
                <a:tab algn="l" pos="0"/>
              </a:tabLst>
            </a:pPr>
            <a:r>
              <a:rPr lang="en-US" sz="2800" b="0" u="none" strike="noStrike">
                <a:solidFill>
                  <a:schemeClr val="dk1"/>
                </a:solidFill>
                <a:effectLst/>
                <a:uFillTx/>
                <a:latin typeface="Calibri"/>
              </a:rPr>
              <a:t>Ioanna </a:t>
            </a:r>
            <a:endParaRPr lang="en-US" sz="2800" b="0" u="none" strike="noStrike">
              <a:solidFill>
                <a:srgbClr val="000000"/>
              </a:solidFill>
              <a:effectLst/>
              <a:uFillTx/>
              <a:latin typeface="Arial"/>
            </a:endParaRPr>
          </a:p>
          <a:p>
            <a:pPr defTabSz="914400">
              <a:lnSpc>
                <a:spcPct val="90000"/>
              </a:lnSpc>
              <a:spcBef>
                <a:spcPts val="1001"/>
              </a:spcBef>
              <a:tabLst>
                <a:tab algn="l" pos="0"/>
              </a:tabLst>
            </a:pPr>
            <a:r>
              <a:rPr lang="en-US" sz="2800" b="0" u="none" strike="noStrike">
                <a:solidFill>
                  <a:schemeClr val="dk1"/>
                </a:solidFill>
                <a:effectLst/>
                <a:uFillTx/>
                <a:latin typeface="Calibri"/>
              </a:rPr>
              <a:t>Mostly the presentation, SQL and C++.</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Project Overview</a:t>
            </a:r>
            <a:endParaRPr lang="en-US" sz="4400" b="0" u="none" strike="noStrike">
              <a:solidFill>
                <a:srgbClr val="000000"/>
              </a:solidFill>
              <a:effectLst/>
              <a:uFillTx/>
              <a:latin typeface="Arial"/>
            </a:endParaRPr>
          </a:p>
        </p:txBody>
      </p:sp>
      <p:sp>
        <p:nvSpPr>
          <p:cNvPr id="72" name="PlaceHolder 2"/>
          <p:cNvSpPr>
            <a:spLocks noGrp="1"/>
          </p:cNvSpPr>
          <p:nvPr>
            <p:ph type="subTitle"/>
          </p:nvPr>
        </p:nvSpPr>
        <p:spPr>
          <a:xfrm>
            <a:off x="504000" y="1371600"/>
            <a:ext cx="10468800" cy="434340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This project is meant to be a showcase of our commissioning skills in a small-scale warehouse environment. Specifically, it is meant to simulate a small-scale warehouse environment where some attributes and infrastructure are taken for-granted for ease of simulation.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Scope of Our Solution</a:t>
            </a:r>
            <a:endParaRPr lang="en-US" sz="4400" b="0" u="none" strike="noStrike">
              <a:solidFill>
                <a:srgbClr val="000000"/>
              </a:solidFill>
              <a:effectLst/>
              <a:uFillTx/>
              <a:latin typeface="Arial"/>
            </a:endParaRPr>
          </a:p>
        </p:txBody>
      </p:sp>
      <p:sp>
        <p:nvSpPr>
          <p:cNvPr id="74" name="PlaceHolder 2"/>
          <p:cNvSpPr>
            <a:spLocks noGrp="1"/>
          </p:cNvSpPr>
          <p:nvPr>
            <p:ph type="subTitle"/>
          </p:nvPr>
        </p:nvSpPr>
        <p:spPr>
          <a:xfrm>
            <a:off x="529920" y="1371600"/>
            <a:ext cx="10899360" cy="457128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This warehouse system simulation is of a Warehouse Management System. It only covers the toat filling and logging part. We fill the toats with the selected products and log that info via the database and text log files. </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r>
              <a:rPr lang="en-US" sz="2800" b="0" u="none" strike="noStrike">
                <a:solidFill>
                  <a:schemeClr val="dk1"/>
                </a:solidFill>
                <a:effectLst/>
                <a:uFillTx/>
                <a:latin typeface="Calibri"/>
              </a:rPr>
              <a:t>Logging includes: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When there is a connection with the database happening.</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What queries are being sent to the database.</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Any errors related to pushing and pulling data to and from the database.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Warehouse Process Flow</a:t>
            </a:r>
            <a:endParaRPr lang="en-US" sz="4400" b="0" u="none" strike="noStrike">
              <a:solidFill>
                <a:srgbClr val="000000"/>
              </a:solidFill>
              <a:effectLst/>
              <a:uFillTx/>
              <a:latin typeface="Arial"/>
            </a:endParaRPr>
          </a:p>
        </p:txBody>
      </p:sp>
      <p:pic>
        <p:nvPicPr>
          <p:cNvPr id="76" name=""/>
          <p:cNvPicPr/>
          <p:nvPr/>
        </p:nvPicPr>
        <p:blipFill>
          <a:blip r:embed="rId1"/>
          <a:stretch/>
        </p:blipFill>
        <p:spPr>
          <a:xfrm>
            <a:off x="724680" y="3045960"/>
            <a:ext cx="10532520" cy="121140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Business Rules</a:t>
            </a:r>
            <a:endParaRPr lang="en-US" sz="4400" b="0" u="none" strike="noStrike">
              <a:solidFill>
                <a:srgbClr val="000000"/>
              </a:solidFill>
              <a:effectLst/>
              <a:uFillTx/>
              <a:latin typeface="Arial"/>
            </a:endParaRPr>
          </a:p>
        </p:txBody>
      </p:sp>
      <p:sp>
        <p:nvSpPr>
          <p:cNvPr id="78" name="PlaceHolder 2"/>
          <p:cNvSpPr>
            <a:spLocks noGrp="1"/>
          </p:cNvSpPr>
          <p:nvPr>
            <p:ph type="subTitle"/>
          </p:nvPr>
        </p:nvSpPr>
        <p:spPr>
          <a:xfrm>
            <a:off x="504000" y="1371600"/>
            <a:ext cx="10697400" cy="4343400"/>
          </a:xfrm>
          <a:prstGeom prst="rect">
            <a:avLst/>
          </a:prstGeom>
          <a:noFill/>
          <a:ln w="0">
            <a:noFill/>
          </a:ln>
        </p:spPr>
        <p:txBody>
          <a:bodyPr lIns="0" rIns="0" tIns="0" bIns="0" anchor="ctr">
            <a:noAutofit/>
          </a:bodyPr>
          <a:p>
            <a:pPr indent="0" defTabSz="914400">
              <a:lnSpc>
                <a:spcPct val="90000"/>
              </a:lnSpc>
              <a:spcBef>
                <a:spcPts val="1001"/>
              </a:spcBef>
              <a:buNone/>
            </a:pPr>
            <a:r>
              <a:rPr lang="en-US" sz="2800" b="0" u="none" strike="noStrike">
                <a:solidFill>
                  <a:schemeClr val="dk1"/>
                </a:solidFill>
                <a:effectLst/>
                <a:uFillTx/>
                <a:latin typeface="Calibri"/>
              </a:rPr>
              <a:t>The system works with the basis of a simple daemonless WMS. It has one stock line as inventory since it simulates a simple warehouse. It keeps orders in-memory since they are not meant to be visible to the WCS and it selects products to be placed in toats. It only uses one toat per order.</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System Architecture</a:t>
            </a:r>
            <a:endParaRPr lang="en-US" sz="4400" b="0" u="none" strike="noStrike">
              <a:solidFill>
                <a:srgbClr val="000000"/>
              </a:solidFill>
              <a:effectLst/>
              <a:uFillTx/>
              <a:latin typeface="Arial"/>
            </a:endParaRPr>
          </a:p>
        </p:txBody>
      </p:sp>
      <p:sp>
        <p:nvSpPr>
          <p:cNvPr id="80" name="PlaceHolder 2"/>
          <p:cNvSpPr>
            <a:spLocks noGrp="1"/>
          </p:cNvSpPr>
          <p:nvPr>
            <p:ph type="subTitle"/>
          </p:nvPr>
        </p:nvSpPr>
        <p:spPr>
          <a:xfrm>
            <a:off x="504000" y="2260800"/>
            <a:ext cx="9070560" cy="141876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The structure of out system</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We could use a user case diagram</a:t>
            </a:r>
            <a:endParaRPr lang="en-US" sz="2800" b="0" u="none" strike="noStrike">
              <a:solidFill>
                <a:srgbClr val="000000"/>
              </a:solidFill>
              <a:effectLst/>
              <a:uFillTx/>
              <a:latin typeface="Arial"/>
            </a:endParaRPr>
          </a:p>
        </p:txBody>
      </p:sp>
      <p:pic>
        <p:nvPicPr>
          <p:cNvPr id="81" name="Picture 2" descr="A Comprehensive Guide to Use Case Modeling - Visual Paradigm Guides"/>
          <p:cNvPicPr/>
          <p:nvPr/>
        </p:nvPicPr>
        <p:blipFill>
          <a:blip r:embed="rId1"/>
          <a:stretch/>
        </p:blipFill>
        <p:spPr>
          <a:xfrm>
            <a:off x="6095880" y="1266840"/>
            <a:ext cx="4664880" cy="432360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Tech Stack</a:t>
            </a:r>
            <a:endParaRPr lang="en-US" sz="4400" b="0" u="none" strike="noStrike">
              <a:solidFill>
                <a:srgbClr val="000000"/>
              </a:solidFill>
              <a:effectLst/>
              <a:uFillTx/>
              <a:latin typeface="Arial"/>
            </a:endParaRPr>
          </a:p>
        </p:txBody>
      </p:sp>
      <p:sp>
        <p:nvSpPr>
          <p:cNvPr id="83" name="PlaceHolder 2"/>
          <p:cNvSpPr>
            <a:spLocks noGrp="1"/>
          </p:cNvSpPr>
          <p:nvPr>
            <p:ph type="subTitle"/>
          </p:nvPr>
        </p:nvSpPr>
        <p:spPr>
          <a:xfrm>
            <a:off x="504000" y="1143000"/>
            <a:ext cx="10925280" cy="571500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tech stack includes: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Modern C++</a:t>
            </a:r>
            <a:r>
              <a:rPr lang="en-US" sz="2800" b="0" u="none" strike="noStrike">
                <a:solidFill>
                  <a:schemeClr val="dk1"/>
                </a:solidFill>
                <a:effectLst/>
                <a:uFillTx/>
                <a:latin typeface="Calibri"/>
              </a:rPr>
              <a:t> for the business logic and UI</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Nlohmann JSON</a:t>
            </a:r>
            <a:r>
              <a:rPr lang="en-US" sz="2800" b="0" u="none" strike="noStrike">
                <a:solidFill>
                  <a:schemeClr val="dk1"/>
                </a:solidFill>
                <a:effectLst/>
                <a:uFillTx/>
                <a:latin typeface="Calibri"/>
              </a:rPr>
              <a:t> for parsing JSON configuration files in C++</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OCCI libraries</a:t>
            </a:r>
            <a:r>
              <a:rPr lang="en-US" sz="2800" b="0" u="none" strike="noStrike">
                <a:solidFill>
                  <a:schemeClr val="dk1"/>
                </a:solidFill>
                <a:effectLst/>
                <a:uFillTx/>
                <a:latin typeface="Calibri"/>
              </a:rPr>
              <a:t> for connecting the C++ components with the database</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Oracle FreeSQL</a:t>
            </a:r>
            <a:r>
              <a:rPr lang="en-US" sz="2800" b="0" u="none" strike="noStrike">
                <a:solidFill>
                  <a:schemeClr val="dk1"/>
                </a:solidFill>
                <a:effectLst/>
                <a:uFillTx/>
                <a:latin typeface="Calibri"/>
              </a:rPr>
              <a:t> for our database solution.</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Docker</a:t>
            </a:r>
            <a:r>
              <a:rPr lang="en-US" sz="2800" b="0" u="none" strike="noStrike">
                <a:solidFill>
                  <a:schemeClr val="dk1"/>
                </a:solidFill>
                <a:effectLst/>
                <a:uFillTx/>
                <a:latin typeface="Calibri"/>
              </a:rPr>
              <a:t> for deployment of the </a:t>
            </a:r>
            <a:r>
              <a:rPr lang="en-US" sz="2800" b="1" u="none" strike="noStrike">
                <a:solidFill>
                  <a:schemeClr val="dk1"/>
                </a:solidFill>
                <a:effectLst/>
                <a:uFillTx/>
                <a:latin typeface="Calibri"/>
              </a:rPr>
              <a:t>Oracle Linux 9</a:t>
            </a:r>
            <a:r>
              <a:rPr lang="en-US" sz="2800" b="0" u="none" strike="noStrike">
                <a:solidFill>
                  <a:schemeClr val="dk1"/>
                </a:solidFill>
                <a:effectLst/>
                <a:uFillTx/>
                <a:latin typeface="Calibri"/>
              </a:rPr>
              <a:t> environment where the project runs.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Bash</a:t>
            </a:r>
            <a:r>
              <a:rPr lang="en-US" sz="2800" b="0" u="none" strike="noStrike">
                <a:solidFill>
                  <a:schemeClr val="dk1"/>
                </a:solidFill>
                <a:effectLst/>
                <a:uFillTx/>
                <a:latin typeface="Calibri"/>
              </a:rPr>
              <a:t> scripts for deployment and building automation as well as logging automation.</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The </a:t>
            </a:r>
            <a:r>
              <a:rPr lang="en-US" sz="2800" b="1" u="none" strike="noStrike">
                <a:solidFill>
                  <a:schemeClr val="dk1"/>
                </a:solidFill>
                <a:effectLst/>
                <a:uFillTx/>
                <a:latin typeface="Calibri"/>
              </a:rPr>
              <a:t>GNU Compiler Collection</a:t>
            </a:r>
            <a:r>
              <a:rPr lang="en-US" sz="2800" b="0" u="none" strike="noStrike">
                <a:solidFill>
                  <a:schemeClr val="dk1"/>
                </a:solidFill>
                <a:effectLst/>
                <a:uFillTx/>
                <a:latin typeface="Calibri"/>
              </a:rPr>
              <a:t> for C++ compilation.</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Oracle SQL*PLUS</a:t>
            </a:r>
            <a:r>
              <a:rPr lang="en-US" sz="2800" b="0" u="none" strike="noStrike">
                <a:solidFill>
                  <a:schemeClr val="dk1"/>
                </a:solidFill>
                <a:effectLst/>
                <a:uFillTx/>
                <a:latin typeface="Calibri"/>
              </a:rPr>
              <a:t> for database manipulation through scripting</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Configuration &amp; Environment</a:t>
            </a:r>
            <a:endParaRPr lang="en-US" sz="4400" b="0" u="none" strike="noStrike">
              <a:solidFill>
                <a:srgbClr val="000000"/>
              </a:solidFill>
              <a:effectLst/>
              <a:uFillTx/>
              <a:latin typeface="Arial"/>
            </a:endParaRPr>
          </a:p>
        </p:txBody>
      </p:sp>
      <p:sp>
        <p:nvSpPr>
          <p:cNvPr id="85" name="PlaceHolder 2"/>
          <p:cNvSpPr>
            <a:spLocks noGrp="1"/>
          </p:cNvSpPr>
          <p:nvPr>
            <p:ph type="subTitle"/>
          </p:nvPr>
        </p:nvSpPr>
        <p:spPr>
          <a:xfrm>
            <a:off x="504000" y="1371600"/>
            <a:ext cx="4981680" cy="457128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config files include the connection settings for the database that is saved in JSON format.</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directory structure is as follows:</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p:txBody>
      </p:sp>
      <p:pic>
        <p:nvPicPr>
          <p:cNvPr id="86" name=""/>
          <p:cNvPicPr/>
          <p:nvPr/>
        </p:nvPicPr>
        <p:blipFill>
          <a:blip r:embed="rId1"/>
          <a:stretch/>
        </p:blipFill>
        <p:spPr>
          <a:xfrm>
            <a:off x="5647320" y="2118600"/>
            <a:ext cx="5311800" cy="1122840"/>
          </a:xfrm>
          <a:prstGeom prst="rect">
            <a:avLst/>
          </a:prstGeom>
          <a:noFill/>
          <a:ln w="0">
            <a:noFill/>
          </a:ln>
        </p:spPr>
      </p:pic>
      <p:pic>
        <p:nvPicPr>
          <p:cNvPr id="87" name=""/>
          <p:cNvPicPr/>
          <p:nvPr/>
        </p:nvPicPr>
        <p:blipFill>
          <a:blip r:embed="rId2"/>
          <a:stretch/>
        </p:blipFill>
        <p:spPr>
          <a:xfrm>
            <a:off x="5624280" y="3409560"/>
            <a:ext cx="2488680" cy="2742480"/>
          </a:xfrm>
          <a:prstGeom prst="rect">
            <a:avLst/>
          </a:prstGeom>
          <a:noFill/>
          <a:ln w="0">
            <a:noFill/>
          </a:ln>
        </p:spPr>
      </p:pic>
      <p:pic>
        <p:nvPicPr>
          <p:cNvPr id="88" name=""/>
          <p:cNvPicPr/>
          <p:nvPr/>
        </p:nvPicPr>
        <p:blipFill>
          <a:blip r:embed="rId3"/>
          <a:stretch/>
        </p:blipFill>
        <p:spPr>
          <a:xfrm>
            <a:off x="8113680" y="3409560"/>
            <a:ext cx="2289240" cy="344772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Linux &amp; Bash Operations</a:t>
            </a:r>
            <a:endParaRPr lang="en-US" sz="4400" b="0" u="none" strike="noStrike">
              <a:solidFill>
                <a:srgbClr val="000000"/>
              </a:solidFill>
              <a:effectLst/>
              <a:uFillTx/>
              <a:latin typeface="Arial"/>
            </a:endParaRPr>
          </a:p>
        </p:txBody>
      </p:sp>
      <p:sp>
        <p:nvSpPr>
          <p:cNvPr id="90" name="PlaceHolder 2"/>
          <p:cNvSpPr>
            <a:spLocks noGrp="1"/>
          </p:cNvSpPr>
          <p:nvPr>
            <p:ph type="subTitle"/>
          </p:nvPr>
        </p:nvSpPr>
        <p:spPr>
          <a:xfrm>
            <a:off x="457200" y="1231560"/>
            <a:ext cx="10468440" cy="5397840"/>
          </a:xfrm>
          <a:prstGeom prst="rect">
            <a:avLst/>
          </a:prstGeom>
          <a:noFill/>
          <a:ln w="0">
            <a:noFill/>
          </a:ln>
        </p:spPr>
        <p:txBody>
          <a:bodyPr lIns="0" rIns="0" tIns="0" bIns="0" anchor="ctr">
            <a:noAutofit/>
          </a:bodyPr>
          <a:p>
            <a:pPr indent="0" defTabSz="914400">
              <a:lnSpc>
                <a:spcPct val="90000"/>
              </a:lnSpc>
              <a:spcBef>
                <a:spcPts val="1001"/>
              </a:spcBef>
              <a:buNone/>
            </a:pPr>
            <a:r>
              <a:rPr lang="en-US" sz="2800" b="0" u="none" strike="noStrike">
                <a:solidFill>
                  <a:schemeClr val="dk1"/>
                </a:solidFill>
                <a:effectLst/>
                <a:uFillTx/>
                <a:latin typeface="Calibri"/>
              </a:rPr>
              <a:t>We have various scripts for controlling the environment as well as running the app. We have scripts for:</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Backing up logs,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Running the app,</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Running the tests,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Building the app,</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Initializing the database and</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Entering a docker environment as the app for testing purposes</a:t>
            </a:r>
            <a:endParaRPr lang="en-US" sz="2800" b="0" u="none" strike="noStrike">
              <a:solidFill>
                <a:srgbClr val="000000"/>
              </a:solidFill>
              <a:effectLst/>
              <a:uFillTx/>
              <a:latin typeface="Arial"/>
            </a:endParaRPr>
          </a:p>
          <a:p>
            <a:pPr indent="0" defTabSz="914400">
              <a:lnSpc>
                <a:spcPct val="90000"/>
              </a:lnSpc>
              <a:spcBef>
                <a:spcPts val="1001"/>
              </a:spcBef>
              <a:buNone/>
            </a:pPr>
            <a:r>
              <a:rPr lang="en-US" sz="2800" b="0" u="none" strike="noStrike">
                <a:solidFill>
                  <a:schemeClr val="dk1"/>
                </a:solidFill>
                <a:effectLst/>
                <a:uFillTx/>
                <a:latin typeface="Calibri"/>
              </a:rPr>
              <a:t>There are more scripts meant to be ran inside the container such as build and test scripts.</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Design</a:t>
            </a:r>
            <a:endParaRPr lang="en-US" sz="4400" b="0" u="none" strike="noStrike">
              <a:solidFill>
                <a:srgbClr val="000000"/>
              </a:solidFill>
              <a:effectLst/>
              <a:uFillTx/>
              <a:latin typeface="Arial"/>
            </a:endParaRPr>
          </a:p>
        </p:txBody>
      </p:sp>
      <p:sp>
        <p:nvSpPr>
          <p:cNvPr id="92" name="PlaceHolder 2"/>
          <p:cNvSpPr>
            <a:spLocks noGrp="1"/>
          </p:cNvSpPr>
          <p:nvPr>
            <p:ph type="subTitle"/>
          </p:nvPr>
        </p:nvSpPr>
        <p:spPr>
          <a:xfrm>
            <a:off x="504000" y="2518920"/>
            <a:ext cx="9070560" cy="90288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Same thing but with the database structure and tools</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SQL Operations</a:t>
            </a:r>
            <a:endParaRPr lang="en-US" sz="4400" b="0" u="none" strike="noStrike">
              <a:solidFill>
                <a:srgbClr val="000000"/>
              </a:solidFill>
              <a:effectLst/>
              <a:uFillTx/>
              <a:latin typeface="Arial"/>
            </a:endParaRPr>
          </a:p>
        </p:txBody>
      </p:sp>
      <p:sp>
        <p:nvSpPr>
          <p:cNvPr id="94" name="PlaceHolder 2"/>
          <p:cNvSpPr>
            <a:spLocks noGrp="1"/>
          </p:cNvSpPr>
          <p:nvPr>
            <p:ph type="subTitle"/>
          </p:nvPr>
        </p:nvSpPr>
        <p:spPr>
          <a:xfrm>
            <a:off x="504000" y="2776680"/>
            <a:ext cx="9070560" cy="3866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Again explain the sql code and how the tables where made</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PL/SQL Logic</a:t>
            </a:r>
            <a:endParaRPr lang="en-US" sz="4400" b="0" u="none" strike="noStrike">
              <a:solidFill>
                <a:srgbClr val="000000"/>
              </a:solidFill>
              <a:effectLst/>
              <a:uFillTx/>
              <a:latin typeface="Arial"/>
            </a:endParaRPr>
          </a:p>
        </p:txBody>
      </p:sp>
      <p:sp>
        <p:nvSpPr>
          <p:cNvPr id="96" name="PlaceHolder 2"/>
          <p:cNvSpPr>
            <a:spLocks noGrp="1"/>
          </p:cNvSpPr>
          <p:nvPr>
            <p:ph type="subTitle"/>
          </p:nvPr>
        </p:nvSpPr>
        <p:spPr>
          <a:xfrm>
            <a:off x="504000" y="2583000"/>
            <a:ext cx="9070560" cy="77436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Explainf the pl/sql logic abouy functions and triggers we could merge it with the previous slide id the info is too litle</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 Component</a:t>
            </a:r>
            <a:endParaRPr lang="en-US" sz="4400" b="0" u="none" strike="noStrike">
              <a:solidFill>
                <a:srgbClr val="000000"/>
              </a:solidFill>
              <a:effectLst/>
              <a:uFillTx/>
              <a:latin typeface="Arial"/>
            </a:endParaRPr>
          </a:p>
        </p:txBody>
      </p:sp>
      <p:sp>
        <p:nvSpPr>
          <p:cNvPr id="98" name="PlaceHolder 2"/>
          <p:cNvSpPr>
            <a:spLocks noGrp="1"/>
          </p:cNvSpPr>
          <p:nvPr>
            <p:ph type="subTitle"/>
          </p:nvPr>
        </p:nvSpPr>
        <p:spPr>
          <a:xfrm>
            <a:off x="457200" y="1828800"/>
            <a:ext cx="10972440" cy="34286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The C++ component is functioning as a business logic part as well as a partial database initialization part.</a:t>
            </a:r>
            <a:endParaRPr lang="en-US" sz="3200" b="0" u="none" strike="noStrike">
              <a:solidFill>
                <a:srgbClr val="000000"/>
              </a:solidFill>
              <a:effectLst/>
              <a:uFillTx/>
              <a:latin typeface="Arial"/>
            </a:endParaRPr>
          </a:p>
          <a:p>
            <a:pPr indent="0">
              <a:lnSpc>
                <a:spcPct val="100000"/>
              </a:lnSpc>
              <a:buNone/>
              <a:tabLst>
                <a:tab algn="l" pos="0"/>
              </a:tabLst>
            </a:pPr>
            <a:endParaRPr lang="en-US" sz="3200" b="0" u="none" strike="noStrike">
              <a:solidFill>
                <a:srgbClr val="000000"/>
              </a:solidFill>
              <a:effectLst/>
              <a:uFillTx/>
              <a:latin typeface="Arial"/>
            </a:endParaRPr>
          </a:p>
          <a:p>
            <a:pPr indent="0">
              <a:lnSpc>
                <a:spcPct val="100000"/>
              </a:lnSpc>
              <a:buNone/>
              <a:tabLst>
                <a:tab algn="l" pos="0"/>
              </a:tabLst>
            </a:pPr>
            <a:r>
              <a:rPr lang="en-US" sz="3200" b="0" u="none" strike="noStrike">
                <a:solidFill>
                  <a:srgbClr val="000000"/>
                </a:solidFill>
                <a:effectLst/>
                <a:uFillTx/>
                <a:latin typeface="Arial"/>
              </a:rPr>
              <a:t>The business logic part is the main program while the random data generator is the initialization part.</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Testing &amp; Validation</a:t>
            </a:r>
            <a:endParaRPr lang="en-US" sz="4400" b="0" u="none" strike="noStrike">
              <a:solidFill>
                <a:srgbClr val="000000"/>
              </a:solidFill>
              <a:effectLst/>
              <a:uFillTx/>
              <a:latin typeface="Arial"/>
            </a:endParaRPr>
          </a:p>
        </p:txBody>
      </p:sp>
      <p:sp>
        <p:nvSpPr>
          <p:cNvPr id="100" name="PlaceHolder 2"/>
          <p:cNvSpPr>
            <a:spLocks noGrp="1"/>
          </p:cNvSpPr>
          <p:nvPr>
            <p:ph type="subTitle"/>
          </p:nvPr>
        </p:nvSpPr>
        <p:spPr>
          <a:xfrm>
            <a:off x="504000" y="1600200"/>
            <a:ext cx="10926000" cy="4343400"/>
          </a:xfrm>
          <a:prstGeom prst="rect">
            <a:avLst/>
          </a:prstGeom>
          <a:noFill/>
          <a:ln w="0">
            <a:noFill/>
          </a:ln>
        </p:spPr>
        <p:txBody>
          <a:bodyPr lIns="0" rIns="0" tIns="0" bIns="0" anchor="ctr">
            <a:noAutofit/>
          </a:bodyPr>
          <a:p>
            <a:pPr indent="0" defTabSz="914400">
              <a:lnSpc>
                <a:spcPct val="90000"/>
              </a:lnSpc>
              <a:spcBef>
                <a:spcPts val="1001"/>
              </a:spcBef>
              <a:buNone/>
            </a:pPr>
            <a:r>
              <a:rPr lang="en-US" sz="2800" b="0" u="none" strike="noStrike">
                <a:solidFill>
                  <a:schemeClr val="dk1"/>
                </a:solidFill>
                <a:effectLst/>
                <a:uFillTx/>
                <a:latin typeface="Calibri"/>
              </a:rPr>
              <a:t>We have created scripts that aid in the creation of a controlled environment for testing so that we can easily check differences from normal to abnormal behaviour.</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Challenges</a:t>
            </a:r>
            <a:endParaRPr lang="en-US" sz="4400" b="0" u="none" strike="noStrike">
              <a:solidFill>
                <a:srgbClr val="000000"/>
              </a:solidFill>
              <a:effectLst/>
              <a:uFillTx/>
              <a:latin typeface="Arial"/>
            </a:endParaRPr>
          </a:p>
        </p:txBody>
      </p:sp>
      <p:sp>
        <p:nvSpPr>
          <p:cNvPr id="102" name="PlaceHolder 2"/>
          <p:cNvSpPr>
            <a:spLocks noGrp="1"/>
          </p:cNvSpPr>
          <p:nvPr>
            <p:ph type="subTitle"/>
          </p:nvPr>
        </p:nvSpPr>
        <p:spPr>
          <a:xfrm>
            <a:off x="530280" y="1600200"/>
            <a:ext cx="10670760" cy="43430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There were many challenges. Mainly:</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The management and figuring out the structure as well as the database schema,</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The class hierarchy and attributes of those classes,</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Database trigger configuration,</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Version control mistake management ect.</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Demo</a:t>
            </a:r>
            <a:endParaRPr lang="en-US" sz="4400" b="0" u="none" strike="noStrike">
              <a:solidFill>
                <a:srgbClr val="000000"/>
              </a:solidFill>
              <a:effectLst/>
              <a:uFillTx/>
              <a:latin typeface="Arial"/>
            </a:endParaRPr>
          </a:p>
        </p:txBody>
      </p:sp>
      <p:sp>
        <p:nvSpPr>
          <p:cNvPr id="104" name="PlaceHolder 2"/>
          <p:cNvSpPr>
            <a:spLocks noGrp="1"/>
          </p:cNvSpPr>
          <p:nvPr>
            <p:ph type="subTitle"/>
          </p:nvPr>
        </p:nvSpPr>
        <p:spPr>
          <a:xfrm>
            <a:off x="504000" y="1600200"/>
            <a:ext cx="10925640" cy="434304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Not the company, the demonstration! :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Results</a:t>
            </a:r>
            <a:endParaRPr lang="en-US" sz="4400" b="0" u="none" strike="noStrike">
              <a:solidFill>
                <a:srgbClr val="000000"/>
              </a:solidFill>
              <a:effectLst/>
              <a:uFillTx/>
              <a:latin typeface="Arial"/>
            </a:endParaRPr>
          </a:p>
        </p:txBody>
      </p:sp>
      <p:sp>
        <p:nvSpPr>
          <p:cNvPr id="106" name="PlaceHolder 2"/>
          <p:cNvSpPr>
            <a:spLocks noGrp="1"/>
          </p:cNvSpPr>
          <p:nvPr>
            <p:ph type="subTitle"/>
          </p:nvPr>
        </p:nvSpPr>
        <p:spPr>
          <a:xfrm>
            <a:off x="504000" y="1371600"/>
            <a:ext cx="10011240" cy="43430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We have successfully made a system that:</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Organizes toats per order.</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Organizes the products per toat</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Completes orders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Future Improvements</a:t>
            </a:r>
            <a:endParaRPr lang="en-US" sz="4400" b="0" u="none" strike="noStrike">
              <a:solidFill>
                <a:srgbClr val="000000"/>
              </a:solidFill>
              <a:effectLst/>
              <a:uFillTx/>
              <a:latin typeface="Arial"/>
            </a:endParaRPr>
          </a:p>
        </p:txBody>
      </p:sp>
      <p:sp>
        <p:nvSpPr>
          <p:cNvPr id="108" name="PlaceHolder 2"/>
          <p:cNvSpPr>
            <a:spLocks noGrp="1"/>
          </p:cNvSpPr>
          <p:nvPr>
            <p:ph type="subTitle"/>
          </p:nvPr>
        </p:nvSpPr>
        <p:spPr>
          <a:xfrm>
            <a:off x="504000" y="1600200"/>
            <a:ext cx="10468800" cy="434340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A multi-toat order could be something a future version could use. A daemon-ful version as well.</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Conclusion</a:t>
            </a:r>
            <a:endParaRPr lang="en-US" sz="4400" b="0" u="none" strike="noStrike">
              <a:solidFill>
                <a:srgbClr val="000000"/>
              </a:solidFill>
              <a:effectLst/>
              <a:uFillTx/>
              <a:latin typeface="Arial"/>
            </a:endParaRPr>
          </a:p>
        </p:txBody>
      </p:sp>
      <p:sp>
        <p:nvSpPr>
          <p:cNvPr id="110" name="PlaceHolder 2"/>
          <p:cNvSpPr>
            <a:spLocks noGrp="1"/>
          </p:cNvSpPr>
          <p:nvPr>
            <p:ph type="subTitle"/>
          </p:nvPr>
        </p:nvSpPr>
        <p:spPr>
          <a:xfrm>
            <a:off x="504000" y="1614960"/>
            <a:ext cx="9070560" cy="27104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Built a complete simulation system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Demonstrated technical readiness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Supports warehouse commissioning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br>
              <a:rPr sz="2800"/>
            </a:br>
            <a:br>
              <a:rPr sz="2800"/>
            </a:br>
            <a:r>
              <a:rPr lang="en-US" sz="2800" b="0" u="none" strike="noStrike">
                <a:solidFill>
                  <a:schemeClr val="dk1"/>
                </a:solidFill>
                <a:effectLst/>
                <a:uFillTx/>
                <a:latin typeface="Calibri"/>
              </a:rPr>
              <a:t>or something else corny</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Thank you </a:t>
            </a:r>
            <a:endParaRPr lang="en-US" sz="4400" b="0" u="none" strike="noStrike">
              <a:solidFill>
                <a:srgbClr val="000000"/>
              </a:solidFill>
              <a:effectLst/>
              <a:uFillTx/>
              <a:latin typeface="Arial"/>
            </a:endParaRPr>
          </a:p>
        </p:txBody>
      </p:sp>
      <p:sp>
        <p:nvSpPr>
          <p:cNvPr id="112" name="PlaceHolder 2"/>
          <p:cNvSpPr>
            <a:spLocks noGrp="1"/>
          </p:cNvSpPr>
          <p:nvPr>
            <p:ph type="subTitle"/>
          </p:nvPr>
        </p:nvSpPr>
        <p:spPr>
          <a:xfrm>
            <a:off x="504000" y="1600200"/>
            <a:ext cx="10468440" cy="4343040"/>
          </a:xfrm>
          <a:prstGeom prst="rect">
            <a:avLst/>
          </a:prstGeom>
          <a:noFill/>
          <a:ln w="0">
            <a:noFill/>
          </a:ln>
        </p:spPr>
        <p:txBody>
          <a:bodyPr lIns="0" rIns="0" tIns="0" bIns="0" anchor="ctr">
            <a:noAutofit/>
          </a:bodyPr>
          <a:p>
            <a:pPr indent="0" algn="ctr">
              <a:lnSpc>
                <a:spcPct val="100000"/>
              </a:lnSpc>
              <a:buNone/>
              <a:tabLst>
                <a:tab algn="l" pos="0"/>
              </a:tabLst>
            </a:pPr>
            <a:r>
              <a:rPr lang="en-US" sz="3200" b="0" u="none" strike="noStrike">
                <a:solidFill>
                  <a:srgbClr val="000000"/>
                </a:solidFill>
                <a:effectLst/>
                <a:uFillTx/>
                <a:latin typeface="Arial"/>
              </a:rPr>
              <a:t>Really, thank you!</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556</TotalTime>
  <Application>LibreOffice/25.8.6.2$Linux_X86_64 LibreOffice_project/a46b460d1686bb49c718d2ef5f88b83ff2dc4981</Application>
  <AppVersion>15.0000</AppVersion>
  <Words>357</Words>
  <Paragraphs>52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2026-04-25T18:12:48Z</dcterms:created>
  <dc:creator/>
  <dc:description/>
  <dc:language>en-US</dc:language>
  <cp:lastModifiedBy/>
  <dcterms:modified xsi:type="dcterms:W3CDTF">2026-04-28T00:56:51Z</dcterms:modified>
  <cp:revision>25</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21</vt:i4>
  </property>
</Properties>
</file>