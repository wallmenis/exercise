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1379F1F-E723-42AA-BE82-343DA6E500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70D2989-695F-4C66-80B3-D487D6551DD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"/>
          <p:cNvPicPr/>
          <p:nvPr/>
        </p:nvPicPr>
        <p:blipFill>
          <a:blip r:embed="rId1"/>
          <a:stretch/>
        </p:blipFill>
        <p:spPr>
          <a:xfrm>
            <a:off x="-21240" y="0"/>
            <a:ext cx="10079640" cy="566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LibreOffice/25.8.6.2$Linux_X86_64 LibreOffice_project/a46b460d1686bb49c718d2ef5f88b83ff2dc4981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2026-04-25T18:12:48Z</dcterms:created>
  <dc:creator/>
  <dc:description/>
  <dc:language>en-US</dc:language>
  <cp:lastModifiedBy/>
  <dcterms:modified xsi:type="dcterms:W3CDTF">2026-04-25T18:52:25Z</dcterms:modified>
  <cp:revision>2</cp:revision>
  <dc:subject/>
  <dc:title/>
</cp:coreProperties>
</file>